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5143500" cx="9144000"/>
  <p:notesSz cx="6858000" cy="9144000"/>
  <p:embeddedFontLst>
    <p:embeddedFont>
      <p:font typeface="Catamaran"/>
      <p:regular r:id="rId39"/>
      <p:bold r:id="rId40"/>
    </p:embeddedFont>
    <p:embeddedFont>
      <p:font typeface="Lato"/>
      <p:regular r:id="rId41"/>
      <p:bold r:id="rId42"/>
      <p:italic r:id="rId43"/>
      <p:boldItalic r:id="rId44"/>
    </p:embeddedFont>
    <p:embeddedFont>
      <p:font typeface="Archivo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EFD3062-623E-4AEE-B4DC-C4DD8B7240BA}">
  <a:tblStyle styleId="{EEFD3062-623E-4AEE-B4DC-C4DD8B7240B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atamaran-bold.fntdata"/><Relationship Id="rId20" Type="http://schemas.openxmlformats.org/officeDocument/2006/relationships/slide" Target="slides/slide15.xml"/><Relationship Id="rId42" Type="http://schemas.openxmlformats.org/officeDocument/2006/relationships/font" Target="fonts/Lato-bold.fntdata"/><Relationship Id="rId41" Type="http://schemas.openxmlformats.org/officeDocument/2006/relationships/font" Target="fonts/Lato-regular.fntdata"/><Relationship Id="rId22" Type="http://schemas.openxmlformats.org/officeDocument/2006/relationships/slide" Target="slides/slide17.xml"/><Relationship Id="rId44" Type="http://schemas.openxmlformats.org/officeDocument/2006/relationships/font" Target="fonts/Lato-boldItalic.fntdata"/><Relationship Id="rId21" Type="http://schemas.openxmlformats.org/officeDocument/2006/relationships/slide" Target="slides/slide16.xml"/><Relationship Id="rId43" Type="http://schemas.openxmlformats.org/officeDocument/2006/relationships/font" Target="fonts/Lato-italic.fntdata"/><Relationship Id="rId24" Type="http://schemas.openxmlformats.org/officeDocument/2006/relationships/slide" Target="slides/slide19.xml"/><Relationship Id="rId46" Type="http://schemas.openxmlformats.org/officeDocument/2006/relationships/font" Target="fonts/Archivo-bold.fntdata"/><Relationship Id="rId23" Type="http://schemas.openxmlformats.org/officeDocument/2006/relationships/slide" Target="slides/slide18.xml"/><Relationship Id="rId45" Type="http://schemas.openxmlformats.org/officeDocument/2006/relationships/font" Target="fonts/Archivo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48" Type="http://schemas.openxmlformats.org/officeDocument/2006/relationships/font" Target="fonts/Archivo-boldItalic.fntdata"/><Relationship Id="rId25" Type="http://schemas.openxmlformats.org/officeDocument/2006/relationships/slide" Target="slides/slide20.xml"/><Relationship Id="rId47" Type="http://schemas.openxmlformats.org/officeDocument/2006/relationships/font" Target="fonts/Archivo-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Catamaran-regular.fntdata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g397bf95ea50_1_238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9" name="Google Shape;1199;g397bf95ea50_1_2384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g397bf95ea50_1_2384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g397bf95ea50_1_240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3" name="Google Shape;1213;g397bf95ea50_1_240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g397bf95ea50_1_240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g397bf95ea50_1_242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0" name="Google Shape;1230;g397bf95ea50_1_2422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g397bf95ea50_1_2422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g397bf95ea50_1_247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7" name="Google Shape;1257;g397bf95ea50_1_247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8" name="Google Shape;1258;g397bf95ea50_1_247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g397bf95ea50_1_255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0" name="Google Shape;1340;g397bf95ea50_1_255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g397bf95ea50_1_255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g39a5641faff_2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7" name="Google Shape;1347;g39a5641faff_2_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8" name="Google Shape;1348;g39a5641faff_2_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g39a5641faff_2_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5" name="Google Shape;1355;g39a5641faff_2_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6" name="Google Shape;1356;g39a5641faff_2_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2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g39a5641faff_2_1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4" name="Google Shape;1364;g39a5641faff_2_1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5" name="Google Shape;1365;g39a5641faff_2_1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g39a5641faff_2_2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3" name="Google Shape;1373;g39a5641faff_2_2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4" name="Google Shape;1374;g39a5641faff_2_2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0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g39a5641faff_2_3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2" name="Google Shape;1382;g39a5641faff_2_3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g39a5641faff_2_3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g39a5641faff_2_4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5" name="Google Shape;1395;g39a5641faff_2_4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6" name="Google Shape;1396;g39a5641faff_2_4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g39a5641faff_2_5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4" name="Google Shape;1404;g39a5641faff_2_5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g39a5641faff_2_5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g39a5641faff_2_6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3" name="Google Shape;1413;g39a5641faff_2_6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4" name="Google Shape;1414;g39a5641faff_2_6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g39a5656eb8e_4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2" name="Google Shape;1422;g39a5656eb8e_4_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3" name="Google Shape;1423;g39a5656eb8e_4_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9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g39a5641faff_2_7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1" name="Google Shape;1431;g39a5641faff_2_7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2" name="Google Shape;1432;g39a5641faff_2_7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4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g39a49b56fd8_1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6" name="Google Shape;1446;g39a49b56fd8_1_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7" name="Google Shape;1447;g39a49b56fd8_1_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2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g39a49b56fd8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4" name="Google Shape;1454;g39a49b56fd8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3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g39a49b56fd8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5" name="Google Shape;1465;g39a49b56fd8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0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g39a49b56fd8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2" name="Google Shape;1472;g39a49b56fd8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g39a49b56fd8_1_1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9" name="Google Shape;1479;g39a49b56fd8_1_12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0" name="Google Shape;1480;g39a49b56fd8_1_12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5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g39a49b56fd8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7" name="Google Shape;1487;g39a49b56fd8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2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g39a49b56fd8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4" name="Google Shape;1494;g39a49b56fd8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g39a54268f8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1" name="Google Shape;1501;g39a54268f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6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Google Shape;1507;g397bffb0b09_0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8" name="Google Shape;1508;g397bffb0b09_0_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9" name="Google Shape;1509;g397bffb0b09_0_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9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g397bffb0b09_0_2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1" name="Google Shape;1531;g397bffb0b09_0_24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2" name="Google Shape;1532;g397bffb0b09_0_24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6" name="Shape 1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Google Shape;1587;g397bffb0b09_0_8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8" name="Google Shape;1588;g397bffb0b09_0_82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9" name="Google Shape;1589;g397bffb0b09_0_82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1" name="Shape 1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2" name="Google Shape;1632;g397bffb0b09_0_12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3" name="Google Shape;1633;g397bffb0b09_0_12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4" name="Google Shape;1634;g397bffb0b09_0_12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5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" name="Google Shape;1686;g3d98738e889_0_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7" name="Google Shape;1687;g3d98738e889_0_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8" name="Google Shape;1688;g3d98738e889_0_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7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g397bf95ea50_1_257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9" name="Google Shape;1719;g397bf95ea50_1_2574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0" name="Google Shape;1720;g397bf95ea50_1_2574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9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" name="Google Shape;1730;g397bffb0b09_0_18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1" name="Google Shape;1731;g397bffb0b09_0_183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2" name="Google Shape;1732;g397bffb0b09_0_183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1" name="Shape 1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2" name="Google Shape;1782;g3d9dac476e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3" name="Google Shape;1783;g3d9dac476e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4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5" name="Google Shape;1795;g3d9dac476e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6" name="Google Shape;1796;g3d9dac476e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9" name="Shape 1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0" name="Google Shape;1800;g397a305819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1" name="Google Shape;1801;g397a305819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oogle Shape;8;p3"/>
          <p:cNvGrpSpPr/>
          <p:nvPr/>
        </p:nvGrpSpPr>
        <p:grpSpPr>
          <a:xfrm>
            <a:off x="-505532" y="-719250"/>
            <a:ext cx="9990882" cy="6050606"/>
            <a:chOff x="-505532" y="-719250"/>
            <a:chExt cx="9990882" cy="6050606"/>
          </a:xfrm>
        </p:grpSpPr>
        <p:grpSp>
          <p:nvGrpSpPr>
            <p:cNvPr id="9" name="Google Shape;9;p3"/>
            <p:cNvGrpSpPr/>
            <p:nvPr/>
          </p:nvGrpSpPr>
          <p:grpSpPr>
            <a:xfrm>
              <a:off x="6509552" y="-719250"/>
              <a:ext cx="2975798" cy="2392650"/>
              <a:chOff x="4418377" y="-851325"/>
              <a:chExt cx="2975798" cy="2392650"/>
            </a:xfrm>
          </p:grpSpPr>
          <p:grpSp>
            <p:nvGrpSpPr>
              <p:cNvPr id="10" name="Google Shape;10;p3"/>
              <p:cNvGrpSpPr/>
              <p:nvPr/>
            </p:nvGrpSpPr>
            <p:grpSpPr>
              <a:xfrm>
                <a:off x="4428309" y="-723871"/>
                <a:ext cx="1245819" cy="1079037"/>
                <a:chOff x="8022925" y="186250"/>
                <a:chExt cx="815700" cy="706500"/>
              </a:xfrm>
            </p:grpSpPr>
            <p:sp>
              <p:nvSpPr>
                <p:cNvPr id="11" name="Google Shape;11;p3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2" name="Google Shape;12;p3"/>
                <p:cNvSpPr/>
                <p:nvPr/>
              </p:nvSpPr>
              <p:spPr>
                <a:xfrm>
                  <a:off x="8066182" y="223764"/>
                  <a:ext cx="729300" cy="631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3" name="Google Shape;13;p3"/>
                <p:cNvSpPr/>
                <p:nvPr/>
              </p:nvSpPr>
              <p:spPr>
                <a:xfrm>
                  <a:off x="8355664" y="474499"/>
                  <a:ext cx="150300" cy="1302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14" name="Google Shape;14;p3"/>
              <p:cNvGrpSpPr/>
              <p:nvPr/>
            </p:nvGrpSpPr>
            <p:grpSpPr>
              <a:xfrm>
                <a:off x="6360273" y="-338456"/>
                <a:ext cx="917499" cy="794671"/>
                <a:chOff x="8022925" y="186250"/>
                <a:chExt cx="815700" cy="706500"/>
              </a:xfrm>
            </p:grpSpPr>
            <p:sp>
              <p:nvSpPr>
                <p:cNvPr id="15" name="Google Shape;15;p3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6" name="Google Shape;16;p3"/>
                <p:cNvSpPr/>
                <p:nvPr/>
              </p:nvSpPr>
              <p:spPr>
                <a:xfrm>
                  <a:off x="8169420" y="313166"/>
                  <a:ext cx="522900" cy="452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17" name="Google Shape;17;p3"/>
              <p:cNvGrpSpPr/>
              <p:nvPr/>
            </p:nvGrpSpPr>
            <p:grpSpPr>
              <a:xfrm>
                <a:off x="5548840" y="-8756"/>
                <a:ext cx="587793" cy="509104"/>
                <a:chOff x="8022925" y="186250"/>
                <a:chExt cx="815700" cy="706500"/>
              </a:xfrm>
            </p:grpSpPr>
            <p:sp>
              <p:nvSpPr>
                <p:cNvPr id="18" name="Google Shape;18;p3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9" name="Google Shape;19;p3"/>
                <p:cNvSpPr/>
                <p:nvPr/>
              </p:nvSpPr>
              <p:spPr>
                <a:xfrm>
                  <a:off x="8114217" y="265360"/>
                  <a:ext cx="633300" cy="5484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20" name="Google Shape;20;p3"/>
              <p:cNvGrpSpPr/>
              <p:nvPr/>
            </p:nvGrpSpPr>
            <p:grpSpPr>
              <a:xfrm>
                <a:off x="6089765" y="600244"/>
                <a:ext cx="587793" cy="509104"/>
                <a:chOff x="8022925" y="186250"/>
                <a:chExt cx="815700" cy="706500"/>
              </a:xfrm>
            </p:grpSpPr>
            <p:sp>
              <p:nvSpPr>
                <p:cNvPr id="21" name="Google Shape;21;p3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2" name="Google Shape;22;p3"/>
                <p:cNvSpPr/>
                <p:nvPr/>
              </p:nvSpPr>
              <p:spPr>
                <a:xfrm>
                  <a:off x="8213302" y="351156"/>
                  <a:ext cx="435000" cy="3768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23" name="Google Shape;23;p3"/>
              <p:cNvSpPr/>
              <p:nvPr/>
            </p:nvSpPr>
            <p:spPr>
              <a:xfrm>
                <a:off x="6499238" y="55212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" name="Google Shape;24;p3"/>
              <p:cNvSpPr/>
              <p:nvPr/>
            </p:nvSpPr>
            <p:spPr>
              <a:xfrm>
                <a:off x="6053077" y="-723872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5" name="Google Shape;25;p3"/>
              <p:cNvCxnSpPr>
                <a:stCxn id="11" idx="1"/>
              </p:cNvCxnSpPr>
              <p:nvPr/>
            </p:nvCxnSpPr>
            <p:spPr>
              <a:xfrm>
                <a:off x="5404368" y="355166"/>
                <a:ext cx="285600" cy="50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" name="Google Shape;26;p3"/>
              <p:cNvCxnSpPr>
                <a:stCxn id="21" idx="3"/>
              </p:cNvCxnSpPr>
              <p:nvPr/>
            </p:nvCxnSpPr>
            <p:spPr>
              <a:xfrm rot="10800000">
                <a:off x="5686565" y="854796"/>
                <a:ext cx="403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" name="Google Shape;27;p3"/>
              <p:cNvCxnSpPr>
                <a:stCxn id="18" idx="0"/>
              </p:cNvCxnSpPr>
              <p:nvPr/>
            </p:nvCxnSpPr>
            <p:spPr>
              <a:xfrm>
                <a:off x="6136634" y="245796"/>
                <a:ext cx="154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" name="Google Shape;28;p3"/>
              <p:cNvCxnSpPr>
                <a:stCxn id="15" idx="3"/>
              </p:cNvCxnSpPr>
              <p:nvPr/>
            </p:nvCxnSpPr>
            <p:spPr>
              <a:xfrm flipH="1">
                <a:off x="6287073" y="58880"/>
                <a:ext cx="73200" cy="18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" name="Google Shape;29;p3"/>
              <p:cNvCxnSpPr>
                <a:stCxn id="21" idx="1"/>
              </p:cNvCxnSpPr>
              <p:nvPr/>
            </p:nvCxnSpPr>
            <p:spPr>
              <a:xfrm>
                <a:off x="6550283" y="1109348"/>
                <a:ext cx="226200" cy="39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0" name="Google Shape;30;p3"/>
              <p:cNvSpPr/>
              <p:nvPr/>
            </p:nvSpPr>
            <p:spPr>
              <a:xfrm>
                <a:off x="6736425" y="146272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1" name="Google Shape;31;p3"/>
              <p:cNvCxnSpPr>
                <a:stCxn id="15" idx="5"/>
              </p:cNvCxnSpPr>
              <p:nvPr/>
            </p:nvCxnSpPr>
            <p:spPr>
              <a:xfrm flipH="1" rot="10800000">
                <a:off x="7079105" y="-816055"/>
                <a:ext cx="275700" cy="47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2" name="Google Shape;32;p3"/>
              <p:cNvSpPr/>
              <p:nvPr/>
            </p:nvSpPr>
            <p:spPr>
              <a:xfrm>
                <a:off x="7315575" y="-85132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" name="Google Shape;33;p3"/>
              <p:cNvSpPr/>
              <p:nvPr/>
            </p:nvSpPr>
            <p:spPr>
              <a:xfrm>
                <a:off x="4418377" y="472928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4" name="Google Shape;34;p3"/>
            <p:cNvGrpSpPr/>
            <p:nvPr/>
          </p:nvGrpSpPr>
          <p:grpSpPr>
            <a:xfrm>
              <a:off x="-505532" y="4226447"/>
              <a:ext cx="3290857" cy="1104909"/>
              <a:chOff x="-505532" y="4226447"/>
              <a:chExt cx="3290857" cy="1104909"/>
            </a:xfrm>
          </p:grpSpPr>
          <p:cxnSp>
            <p:nvCxnSpPr>
              <p:cNvPr id="35" name="Google Shape;35;p3"/>
              <p:cNvCxnSpPr>
                <a:stCxn id="36" idx="3"/>
                <a:endCxn id="37" idx="0"/>
              </p:cNvCxnSpPr>
              <p:nvPr/>
            </p:nvCxnSpPr>
            <p:spPr>
              <a:xfrm>
                <a:off x="1223400" y="4747104"/>
                <a:ext cx="1288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7" name="Google Shape;37;p3"/>
              <p:cNvSpPr/>
              <p:nvPr/>
            </p:nvSpPr>
            <p:spPr>
              <a:xfrm rot="10800000">
                <a:off x="2511725" y="4628451"/>
                <a:ext cx="273600" cy="2373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38" name="Google Shape;38;p3"/>
              <p:cNvGrpSpPr/>
              <p:nvPr/>
            </p:nvGrpSpPr>
            <p:grpSpPr>
              <a:xfrm rot="10800000">
                <a:off x="-505532" y="4536684"/>
                <a:ext cx="917499" cy="794671"/>
                <a:chOff x="8022925" y="186250"/>
                <a:chExt cx="815700" cy="706500"/>
              </a:xfrm>
            </p:grpSpPr>
            <p:sp>
              <p:nvSpPr>
                <p:cNvPr id="39" name="Google Shape;39;p3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0" name="Google Shape;40;p3"/>
                <p:cNvSpPr/>
                <p:nvPr/>
              </p:nvSpPr>
              <p:spPr>
                <a:xfrm>
                  <a:off x="8169420" y="313166"/>
                  <a:ext cx="522900" cy="452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41" name="Google Shape;41;p3"/>
              <p:cNvGrpSpPr/>
              <p:nvPr/>
            </p:nvGrpSpPr>
            <p:grpSpPr>
              <a:xfrm rot="10800000">
                <a:off x="635607" y="4492552"/>
                <a:ext cx="587793" cy="509104"/>
                <a:chOff x="8022925" y="186250"/>
                <a:chExt cx="815700" cy="706500"/>
              </a:xfrm>
            </p:grpSpPr>
            <p:sp>
              <p:nvSpPr>
                <p:cNvPr id="36" name="Google Shape;36;p3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2" name="Google Shape;42;p3"/>
                <p:cNvSpPr/>
                <p:nvPr/>
              </p:nvSpPr>
              <p:spPr>
                <a:xfrm>
                  <a:off x="8114217" y="265360"/>
                  <a:ext cx="633300" cy="5484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43" name="Google Shape;43;p3"/>
              <p:cNvSpPr/>
              <p:nvPr/>
            </p:nvSpPr>
            <p:spPr>
              <a:xfrm rot="10800000">
                <a:off x="257863" y="4226447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4" name="Google Shape;44;p3"/>
              <p:cNvCxnSpPr>
                <a:stCxn id="36" idx="0"/>
              </p:cNvCxnSpPr>
              <p:nvPr/>
            </p:nvCxnSpPr>
            <p:spPr>
              <a:xfrm rot="10800000">
                <a:off x="481107" y="4747104"/>
                <a:ext cx="154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" name="Google Shape;45;p3"/>
              <p:cNvCxnSpPr>
                <a:stCxn id="39" idx="3"/>
              </p:cNvCxnSpPr>
              <p:nvPr/>
            </p:nvCxnSpPr>
            <p:spPr>
              <a:xfrm flipH="1" rot="10800000">
                <a:off x="411967" y="4746520"/>
                <a:ext cx="73200" cy="18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46" name="Google Shape;46;p3"/>
            <p:cNvGrpSpPr/>
            <p:nvPr/>
          </p:nvGrpSpPr>
          <p:grpSpPr>
            <a:xfrm flipH="1" rot="10800000">
              <a:off x="148990" y="168600"/>
              <a:ext cx="1128460" cy="989200"/>
              <a:chOff x="-50110" y="3536450"/>
              <a:chExt cx="1128460" cy="989200"/>
            </a:xfrm>
          </p:grpSpPr>
          <p:grpSp>
            <p:nvGrpSpPr>
              <p:cNvPr id="47" name="Google Shape;47;p3"/>
              <p:cNvGrpSpPr/>
              <p:nvPr/>
            </p:nvGrpSpPr>
            <p:grpSpPr>
              <a:xfrm rot="10800000">
                <a:off x="87357" y="3968427"/>
                <a:ext cx="587793" cy="509104"/>
                <a:chOff x="8022925" y="186250"/>
                <a:chExt cx="815700" cy="706500"/>
              </a:xfrm>
            </p:grpSpPr>
            <p:sp>
              <p:nvSpPr>
                <p:cNvPr id="48" name="Google Shape;48;p3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9" name="Google Shape;49;p3"/>
                <p:cNvSpPr/>
                <p:nvPr/>
              </p:nvSpPr>
              <p:spPr>
                <a:xfrm>
                  <a:off x="8213302" y="351156"/>
                  <a:ext cx="435000" cy="3768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50" name="Google Shape;50;p3"/>
              <p:cNvSpPr/>
              <p:nvPr/>
            </p:nvSpPr>
            <p:spPr>
              <a:xfrm rot="10800000">
                <a:off x="163378" y="4423350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1" name="Google Shape;51;p3"/>
              <p:cNvCxnSpPr>
                <a:stCxn id="48" idx="3"/>
              </p:cNvCxnSpPr>
              <p:nvPr/>
            </p:nvCxnSpPr>
            <p:spPr>
              <a:xfrm>
                <a:off x="675150" y="4222979"/>
                <a:ext cx="403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" name="Google Shape;52;p3"/>
              <p:cNvCxnSpPr>
                <a:stCxn id="48" idx="1"/>
              </p:cNvCxnSpPr>
              <p:nvPr/>
            </p:nvCxnSpPr>
            <p:spPr>
              <a:xfrm rot="10800000">
                <a:off x="-11567" y="3576627"/>
                <a:ext cx="226200" cy="39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3" name="Google Shape;53;p3"/>
              <p:cNvSpPr/>
              <p:nvPr/>
            </p:nvSpPr>
            <p:spPr>
              <a:xfrm rot="10800000">
                <a:off x="-50110" y="3536450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54" name="Google Shape;54;p3"/>
          <p:cNvSpPr/>
          <p:nvPr>
            <p:ph idx="2" type="pic"/>
          </p:nvPr>
        </p:nvSpPr>
        <p:spPr>
          <a:xfrm>
            <a:off x="4934775" y="803775"/>
            <a:ext cx="3470400" cy="3390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3"/>
          <p:cNvSpPr txBox="1"/>
          <p:nvPr>
            <p:ph type="ctrTitle"/>
          </p:nvPr>
        </p:nvSpPr>
        <p:spPr>
          <a:xfrm>
            <a:off x="713225" y="957800"/>
            <a:ext cx="4221600" cy="27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4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56" name="Google Shape;56;p3"/>
          <p:cNvSpPr txBox="1"/>
          <p:nvPr>
            <p:ph idx="1" type="subTitle"/>
          </p:nvPr>
        </p:nvSpPr>
        <p:spPr>
          <a:xfrm>
            <a:off x="713288" y="3586302"/>
            <a:ext cx="42216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4"/>
          <p:cNvSpPr txBox="1"/>
          <p:nvPr>
            <p:ph idx="1" type="body"/>
          </p:nvPr>
        </p:nvSpPr>
        <p:spPr>
          <a:xfrm>
            <a:off x="719975" y="1147224"/>
            <a:ext cx="77040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Nunito Light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60" name="Google Shape;60;p4"/>
          <p:cNvGrpSpPr/>
          <p:nvPr/>
        </p:nvGrpSpPr>
        <p:grpSpPr>
          <a:xfrm>
            <a:off x="-278087" y="-312689"/>
            <a:ext cx="9361049" cy="5744521"/>
            <a:chOff x="-278087" y="-312689"/>
            <a:chExt cx="9361049" cy="5744521"/>
          </a:xfrm>
        </p:grpSpPr>
        <p:grpSp>
          <p:nvGrpSpPr>
            <p:cNvPr id="61" name="Google Shape;61;p4"/>
            <p:cNvGrpSpPr/>
            <p:nvPr/>
          </p:nvGrpSpPr>
          <p:grpSpPr>
            <a:xfrm>
              <a:off x="4109226" y="-312689"/>
              <a:ext cx="4973735" cy="2068730"/>
              <a:chOff x="4109226" y="-312689"/>
              <a:chExt cx="4973735" cy="2068730"/>
            </a:xfrm>
          </p:grpSpPr>
          <p:grpSp>
            <p:nvGrpSpPr>
              <p:cNvPr id="62" name="Google Shape;62;p4"/>
              <p:cNvGrpSpPr/>
              <p:nvPr/>
            </p:nvGrpSpPr>
            <p:grpSpPr>
              <a:xfrm>
                <a:off x="4109226" y="-312689"/>
                <a:ext cx="4929199" cy="1831430"/>
                <a:chOff x="4035851" y="-41164"/>
                <a:chExt cx="4929199" cy="1831430"/>
              </a:xfrm>
            </p:grpSpPr>
            <p:grpSp>
              <p:nvGrpSpPr>
                <p:cNvPr id="63" name="Google Shape;63;p4"/>
                <p:cNvGrpSpPr/>
                <p:nvPr/>
              </p:nvGrpSpPr>
              <p:grpSpPr>
                <a:xfrm>
                  <a:off x="7832150" y="-41164"/>
                  <a:ext cx="815700" cy="706500"/>
                  <a:chOff x="8022925" y="186250"/>
                  <a:chExt cx="815700" cy="706500"/>
                </a:xfrm>
              </p:grpSpPr>
              <p:sp>
                <p:nvSpPr>
                  <p:cNvPr id="64" name="Google Shape;64;p4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65" name="Google Shape;65;p4"/>
                  <p:cNvSpPr/>
                  <p:nvPr/>
                </p:nvSpPr>
                <p:spPr>
                  <a:xfrm>
                    <a:off x="8104477" y="256921"/>
                    <a:ext cx="652800" cy="5652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66" name="Google Shape;66;p4"/>
                  <p:cNvSpPr/>
                  <p:nvPr/>
                </p:nvSpPr>
                <p:spPr>
                  <a:xfrm>
                    <a:off x="8240438" y="374705"/>
                    <a:ext cx="380700" cy="3297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grpSp>
              <p:nvGrpSpPr>
                <p:cNvPr id="67" name="Google Shape;67;p4"/>
                <p:cNvGrpSpPr/>
                <p:nvPr/>
              </p:nvGrpSpPr>
              <p:grpSpPr>
                <a:xfrm>
                  <a:off x="7116830" y="85652"/>
                  <a:ext cx="522864" cy="452867"/>
                  <a:chOff x="8022925" y="186250"/>
                  <a:chExt cx="815700" cy="706500"/>
                </a:xfrm>
              </p:grpSpPr>
              <p:sp>
                <p:nvSpPr>
                  <p:cNvPr id="68" name="Google Shape;68;p4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69" name="Google Shape;69;p4"/>
                  <p:cNvSpPr/>
                  <p:nvPr/>
                </p:nvSpPr>
                <p:spPr>
                  <a:xfrm>
                    <a:off x="8159419" y="304478"/>
                    <a:ext cx="543000" cy="4701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l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70" name="Google Shape;70;p4"/>
                  <p:cNvSpPr/>
                  <p:nvPr/>
                </p:nvSpPr>
                <p:spPr>
                  <a:xfrm>
                    <a:off x="8240438" y="374705"/>
                    <a:ext cx="380700" cy="3297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71" name="Google Shape;71;p4"/>
                <p:cNvCxnSpPr>
                  <a:stCxn id="68" idx="0"/>
                  <a:endCxn id="64" idx="3"/>
                </p:cNvCxnSpPr>
                <p:nvPr/>
              </p:nvCxnSpPr>
              <p:spPr>
                <a:xfrm>
                  <a:off x="7639694" y="312086"/>
                  <a:ext cx="1926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grpSp>
              <p:nvGrpSpPr>
                <p:cNvPr id="72" name="Google Shape;72;p4"/>
                <p:cNvGrpSpPr/>
                <p:nvPr/>
              </p:nvGrpSpPr>
              <p:grpSpPr>
                <a:xfrm>
                  <a:off x="6041340" y="252293"/>
                  <a:ext cx="549374" cy="475828"/>
                  <a:chOff x="8022925" y="186250"/>
                  <a:chExt cx="815700" cy="706500"/>
                </a:xfrm>
              </p:grpSpPr>
              <p:sp>
                <p:nvSpPr>
                  <p:cNvPr id="73" name="Google Shape;73;p4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74" name="Google Shape;74;p4"/>
                  <p:cNvSpPr/>
                  <p:nvPr/>
                </p:nvSpPr>
                <p:spPr>
                  <a:xfrm>
                    <a:off x="8156075" y="301599"/>
                    <a:ext cx="549600" cy="4758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l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75" name="Google Shape;75;p4"/>
                <p:cNvCxnSpPr>
                  <a:stCxn id="68" idx="3"/>
                  <a:endCxn id="73" idx="0"/>
                </p:cNvCxnSpPr>
                <p:nvPr/>
              </p:nvCxnSpPr>
              <p:spPr>
                <a:xfrm flipH="1">
                  <a:off x="6590630" y="312086"/>
                  <a:ext cx="526200" cy="178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6" name="Google Shape;76;p4"/>
                <p:cNvCxnSpPr>
                  <a:stCxn id="73" idx="3"/>
                  <a:endCxn id="77" idx="0"/>
                </p:cNvCxnSpPr>
                <p:nvPr/>
              </p:nvCxnSpPr>
              <p:spPr>
                <a:xfrm rot="10800000">
                  <a:off x="4272840" y="490207"/>
                  <a:ext cx="17685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77" name="Google Shape;77;p4"/>
                <p:cNvSpPr/>
                <p:nvPr/>
              </p:nvSpPr>
              <p:spPr>
                <a:xfrm>
                  <a:off x="4035851" y="387446"/>
                  <a:ext cx="237000" cy="205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grpSp>
              <p:nvGrpSpPr>
                <p:cNvPr id="78" name="Google Shape;78;p4"/>
                <p:cNvGrpSpPr/>
                <p:nvPr/>
              </p:nvGrpSpPr>
              <p:grpSpPr>
                <a:xfrm>
                  <a:off x="8471225" y="665336"/>
                  <a:ext cx="436661" cy="1124931"/>
                  <a:chOff x="8471225" y="665336"/>
                  <a:chExt cx="436661" cy="1124931"/>
                </a:xfrm>
              </p:grpSpPr>
              <p:cxnSp>
                <p:nvCxnSpPr>
                  <p:cNvPr id="79" name="Google Shape;79;p4"/>
                  <p:cNvCxnSpPr>
                    <a:stCxn id="64" idx="1"/>
                  </p:cNvCxnSpPr>
                  <p:nvPr/>
                </p:nvCxnSpPr>
                <p:spPr>
                  <a:xfrm>
                    <a:off x="8471225" y="665336"/>
                    <a:ext cx="436500" cy="3840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80" name="Google Shape;80;p4"/>
                  <p:cNvCxnSpPr>
                    <a:endCxn id="81" idx="3"/>
                  </p:cNvCxnSpPr>
                  <p:nvPr/>
                </p:nvCxnSpPr>
                <p:spPr>
                  <a:xfrm flipH="1">
                    <a:off x="8906986" y="1072366"/>
                    <a:ext cx="900" cy="7179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sp>
              <p:nvSpPr>
                <p:cNvPr id="82" name="Google Shape;82;p4"/>
                <p:cNvSpPr/>
                <p:nvPr/>
              </p:nvSpPr>
              <p:spPr>
                <a:xfrm>
                  <a:off x="8850450" y="990550"/>
                  <a:ext cx="114600" cy="114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81" name="Google Shape;81;p4"/>
              <p:cNvSpPr/>
              <p:nvPr/>
            </p:nvSpPr>
            <p:spPr>
              <a:xfrm rot="5400000">
                <a:off x="8861711" y="1534791"/>
                <a:ext cx="237300" cy="2052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83" name="Google Shape;83;p4"/>
            <p:cNvGrpSpPr/>
            <p:nvPr/>
          </p:nvGrpSpPr>
          <p:grpSpPr>
            <a:xfrm>
              <a:off x="-278087" y="3785300"/>
              <a:ext cx="1835863" cy="1646533"/>
              <a:chOff x="8352175" y="-274150"/>
              <a:chExt cx="1835863" cy="1646533"/>
            </a:xfrm>
          </p:grpSpPr>
          <p:grpSp>
            <p:nvGrpSpPr>
              <p:cNvPr id="84" name="Google Shape;84;p4"/>
              <p:cNvGrpSpPr/>
              <p:nvPr/>
            </p:nvGrpSpPr>
            <p:grpSpPr>
              <a:xfrm>
                <a:off x="9314994" y="616216"/>
                <a:ext cx="873044" cy="756167"/>
                <a:chOff x="8022925" y="186250"/>
                <a:chExt cx="815700" cy="706500"/>
              </a:xfrm>
            </p:grpSpPr>
            <p:sp>
              <p:nvSpPr>
                <p:cNvPr id="85" name="Google Shape;85;p4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86" name="Google Shape;86;p4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87" name="Google Shape;87;p4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88" name="Google Shape;88;p4"/>
              <p:cNvSpPr/>
              <p:nvPr/>
            </p:nvSpPr>
            <p:spPr>
              <a:xfrm>
                <a:off x="8383126" y="-206726"/>
                <a:ext cx="457200" cy="3960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9" name="Google Shape;89;p4"/>
              <p:cNvSpPr/>
              <p:nvPr/>
            </p:nvSpPr>
            <p:spPr>
              <a:xfrm>
                <a:off x="9118688" y="590550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90" name="Google Shape;90;p4"/>
              <p:cNvGrpSpPr/>
              <p:nvPr/>
            </p:nvGrpSpPr>
            <p:grpSpPr>
              <a:xfrm>
                <a:off x="8408775" y="-274150"/>
                <a:ext cx="906219" cy="1300800"/>
                <a:chOff x="6860600" y="1707050"/>
                <a:chExt cx="906219" cy="1300800"/>
              </a:xfrm>
            </p:grpSpPr>
            <p:grpSp>
              <p:nvGrpSpPr>
                <p:cNvPr id="91" name="Google Shape;91;p4"/>
                <p:cNvGrpSpPr/>
                <p:nvPr/>
              </p:nvGrpSpPr>
              <p:grpSpPr>
                <a:xfrm>
                  <a:off x="6860600" y="2285500"/>
                  <a:ext cx="906219" cy="722350"/>
                  <a:chOff x="6860600" y="2285500"/>
                  <a:chExt cx="906219" cy="722350"/>
                </a:xfrm>
              </p:grpSpPr>
              <p:cxnSp>
                <p:nvCxnSpPr>
                  <p:cNvPr id="92" name="Google Shape;92;p4"/>
                  <p:cNvCxnSpPr>
                    <a:stCxn id="85" idx="3"/>
                  </p:cNvCxnSpPr>
                  <p:nvPr/>
                </p:nvCxnSpPr>
                <p:spPr>
                  <a:xfrm rot="10800000">
                    <a:off x="7612919" y="2975499"/>
                    <a:ext cx="1539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93" name="Google Shape;93;p4"/>
                  <p:cNvGrpSpPr/>
                  <p:nvPr/>
                </p:nvGrpSpPr>
                <p:grpSpPr>
                  <a:xfrm>
                    <a:off x="6860600" y="2285500"/>
                    <a:ext cx="755625" cy="690000"/>
                    <a:chOff x="6860600" y="2285500"/>
                    <a:chExt cx="755625" cy="690000"/>
                  </a:xfrm>
                </p:grpSpPr>
                <p:cxnSp>
                  <p:nvCxnSpPr>
                    <p:cNvPr id="94" name="Google Shape;94;p4"/>
                    <p:cNvCxnSpPr/>
                    <p:nvPr/>
                  </p:nvCxnSpPr>
                  <p:spPr>
                    <a:xfrm rot="10800000">
                      <a:off x="7262825" y="2285500"/>
                      <a:ext cx="353400" cy="6900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95" name="Google Shape;95;p4"/>
                    <p:cNvCxnSpPr/>
                    <p:nvPr/>
                  </p:nvCxnSpPr>
                  <p:spPr>
                    <a:xfrm rot="10800000">
                      <a:off x="6860600" y="2289200"/>
                      <a:ext cx="40590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sp>
                <p:nvSpPr>
                  <p:cNvPr id="96" name="Google Shape;96;p4"/>
                  <p:cNvSpPr/>
                  <p:nvPr/>
                </p:nvSpPr>
                <p:spPr>
                  <a:xfrm>
                    <a:off x="7584350" y="2943050"/>
                    <a:ext cx="64800" cy="648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97" name="Google Shape;97;p4"/>
                <p:cNvCxnSpPr/>
                <p:nvPr/>
              </p:nvCxnSpPr>
              <p:spPr>
                <a:xfrm flipH="1" rot="10800000">
                  <a:off x="7261350" y="1744525"/>
                  <a:ext cx="315600" cy="546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98" name="Google Shape;98;p4"/>
                <p:cNvSpPr/>
                <p:nvPr/>
              </p:nvSpPr>
              <p:spPr>
                <a:xfrm>
                  <a:off x="7545125" y="1707050"/>
                  <a:ext cx="73500" cy="73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99" name="Google Shape;99;p4"/>
              <p:cNvSpPr/>
              <p:nvPr/>
            </p:nvSpPr>
            <p:spPr>
              <a:xfrm>
                <a:off x="8352175" y="26867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0" name="Google Shape;100;p4"/>
              <p:cNvSpPr/>
              <p:nvPr/>
            </p:nvSpPr>
            <p:spPr>
              <a:xfrm>
                <a:off x="8504977" y="426753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5"/>
          <p:cNvGrpSpPr/>
          <p:nvPr/>
        </p:nvGrpSpPr>
        <p:grpSpPr>
          <a:xfrm>
            <a:off x="-377824" y="-193296"/>
            <a:ext cx="10080192" cy="5625141"/>
            <a:chOff x="-377824" y="-193296"/>
            <a:chExt cx="10080192" cy="5625141"/>
          </a:xfrm>
        </p:grpSpPr>
        <p:grpSp>
          <p:nvGrpSpPr>
            <p:cNvPr id="103" name="Google Shape;103;p5"/>
            <p:cNvGrpSpPr/>
            <p:nvPr/>
          </p:nvGrpSpPr>
          <p:grpSpPr>
            <a:xfrm>
              <a:off x="7421427" y="-193296"/>
              <a:ext cx="2280941" cy="1580637"/>
              <a:chOff x="7421427" y="-193296"/>
              <a:chExt cx="2280941" cy="1580637"/>
            </a:xfrm>
          </p:grpSpPr>
          <p:grpSp>
            <p:nvGrpSpPr>
              <p:cNvPr id="104" name="Google Shape;104;p5"/>
              <p:cNvGrpSpPr/>
              <p:nvPr/>
            </p:nvGrpSpPr>
            <p:grpSpPr>
              <a:xfrm>
                <a:off x="8430777" y="-193296"/>
                <a:ext cx="1271591" cy="1580637"/>
                <a:chOff x="426827" y="-723871"/>
                <a:chExt cx="1271591" cy="1580637"/>
              </a:xfrm>
            </p:grpSpPr>
            <p:grpSp>
              <p:nvGrpSpPr>
                <p:cNvPr id="105" name="Google Shape;105;p5"/>
                <p:cNvGrpSpPr/>
                <p:nvPr/>
              </p:nvGrpSpPr>
              <p:grpSpPr>
                <a:xfrm>
                  <a:off x="436759" y="-723871"/>
                  <a:ext cx="1245819" cy="1079037"/>
                  <a:chOff x="8022925" y="186250"/>
                  <a:chExt cx="815700" cy="706500"/>
                </a:xfrm>
              </p:grpSpPr>
              <p:sp>
                <p:nvSpPr>
                  <p:cNvPr id="106" name="Google Shape;106;p5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107" name="Google Shape;107;p5"/>
                  <p:cNvSpPr/>
                  <p:nvPr/>
                </p:nvSpPr>
                <p:spPr>
                  <a:xfrm>
                    <a:off x="8066182" y="223764"/>
                    <a:ext cx="729300" cy="631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108" name="Google Shape;108;p5"/>
                  <p:cNvSpPr/>
                  <p:nvPr/>
                </p:nvSpPr>
                <p:spPr>
                  <a:xfrm>
                    <a:off x="8245500" y="379072"/>
                    <a:ext cx="370500" cy="3210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109" name="Google Shape;109;p5"/>
                <p:cNvCxnSpPr>
                  <a:stCxn id="106" idx="1"/>
                </p:cNvCxnSpPr>
                <p:nvPr/>
              </p:nvCxnSpPr>
              <p:spPr>
                <a:xfrm>
                  <a:off x="1412818" y="355166"/>
                  <a:ext cx="285600" cy="501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10" name="Google Shape;110;p5"/>
                <p:cNvSpPr/>
                <p:nvPr/>
              </p:nvSpPr>
              <p:spPr>
                <a:xfrm>
                  <a:off x="426827" y="472928"/>
                  <a:ext cx="307200" cy="2661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111" name="Google Shape;111;p5"/>
              <p:cNvCxnSpPr>
                <a:stCxn id="106" idx="3"/>
                <a:endCxn id="112" idx="0"/>
              </p:cNvCxnSpPr>
              <p:nvPr/>
            </p:nvCxnSpPr>
            <p:spPr>
              <a:xfrm rot="10800000">
                <a:off x="7728509" y="346223"/>
                <a:ext cx="712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2" name="Google Shape;112;p5"/>
              <p:cNvSpPr/>
              <p:nvPr/>
            </p:nvSpPr>
            <p:spPr>
              <a:xfrm>
                <a:off x="7421427" y="213178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13" name="Google Shape;113;p5"/>
            <p:cNvGrpSpPr/>
            <p:nvPr/>
          </p:nvGrpSpPr>
          <p:grpSpPr>
            <a:xfrm flipH="1">
              <a:off x="7607363" y="3785313"/>
              <a:ext cx="1835863" cy="1646533"/>
              <a:chOff x="8352175" y="-274150"/>
              <a:chExt cx="1835863" cy="1646533"/>
            </a:xfrm>
          </p:grpSpPr>
          <p:grpSp>
            <p:nvGrpSpPr>
              <p:cNvPr id="114" name="Google Shape;114;p5"/>
              <p:cNvGrpSpPr/>
              <p:nvPr/>
            </p:nvGrpSpPr>
            <p:grpSpPr>
              <a:xfrm>
                <a:off x="9314994" y="616216"/>
                <a:ext cx="873044" cy="756167"/>
                <a:chOff x="8022925" y="186250"/>
                <a:chExt cx="815700" cy="706500"/>
              </a:xfrm>
            </p:grpSpPr>
            <p:sp>
              <p:nvSpPr>
                <p:cNvPr id="115" name="Google Shape;115;p5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16" name="Google Shape;116;p5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17" name="Google Shape;117;p5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18" name="Google Shape;118;p5"/>
              <p:cNvSpPr/>
              <p:nvPr/>
            </p:nvSpPr>
            <p:spPr>
              <a:xfrm>
                <a:off x="8383126" y="-206726"/>
                <a:ext cx="457200" cy="3960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9" name="Google Shape;119;p5"/>
              <p:cNvSpPr/>
              <p:nvPr/>
            </p:nvSpPr>
            <p:spPr>
              <a:xfrm>
                <a:off x="9118688" y="590550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120" name="Google Shape;120;p5"/>
              <p:cNvGrpSpPr/>
              <p:nvPr/>
            </p:nvGrpSpPr>
            <p:grpSpPr>
              <a:xfrm>
                <a:off x="8408775" y="-274150"/>
                <a:ext cx="906219" cy="1300800"/>
                <a:chOff x="6860600" y="1707050"/>
                <a:chExt cx="906219" cy="1300800"/>
              </a:xfrm>
            </p:grpSpPr>
            <p:grpSp>
              <p:nvGrpSpPr>
                <p:cNvPr id="121" name="Google Shape;121;p5"/>
                <p:cNvGrpSpPr/>
                <p:nvPr/>
              </p:nvGrpSpPr>
              <p:grpSpPr>
                <a:xfrm>
                  <a:off x="6860600" y="2285500"/>
                  <a:ext cx="906219" cy="722350"/>
                  <a:chOff x="6860600" y="2285500"/>
                  <a:chExt cx="906219" cy="722350"/>
                </a:xfrm>
              </p:grpSpPr>
              <p:cxnSp>
                <p:nvCxnSpPr>
                  <p:cNvPr id="122" name="Google Shape;122;p5"/>
                  <p:cNvCxnSpPr>
                    <a:stCxn id="115" idx="3"/>
                  </p:cNvCxnSpPr>
                  <p:nvPr/>
                </p:nvCxnSpPr>
                <p:spPr>
                  <a:xfrm rot="10800000">
                    <a:off x="7612919" y="2975499"/>
                    <a:ext cx="1539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123" name="Google Shape;123;p5"/>
                  <p:cNvGrpSpPr/>
                  <p:nvPr/>
                </p:nvGrpSpPr>
                <p:grpSpPr>
                  <a:xfrm>
                    <a:off x="6860600" y="2285500"/>
                    <a:ext cx="755625" cy="690000"/>
                    <a:chOff x="6860600" y="2285500"/>
                    <a:chExt cx="755625" cy="690000"/>
                  </a:xfrm>
                </p:grpSpPr>
                <p:cxnSp>
                  <p:nvCxnSpPr>
                    <p:cNvPr id="124" name="Google Shape;124;p5"/>
                    <p:cNvCxnSpPr/>
                    <p:nvPr/>
                  </p:nvCxnSpPr>
                  <p:spPr>
                    <a:xfrm rot="10800000">
                      <a:off x="7262825" y="2285500"/>
                      <a:ext cx="353400" cy="6900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125" name="Google Shape;125;p5"/>
                    <p:cNvCxnSpPr/>
                    <p:nvPr/>
                  </p:nvCxnSpPr>
                  <p:spPr>
                    <a:xfrm rot="10800000">
                      <a:off x="6860600" y="2289200"/>
                      <a:ext cx="40590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sp>
                <p:nvSpPr>
                  <p:cNvPr id="126" name="Google Shape;126;p5"/>
                  <p:cNvSpPr/>
                  <p:nvPr/>
                </p:nvSpPr>
                <p:spPr>
                  <a:xfrm>
                    <a:off x="7584350" y="2943050"/>
                    <a:ext cx="64800" cy="648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127" name="Google Shape;127;p5"/>
                <p:cNvCxnSpPr/>
                <p:nvPr/>
              </p:nvCxnSpPr>
              <p:spPr>
                <a:xfrm flipH="1" rot="10800000">
                  <a:off x="7261350" y="1744525"/>
                  <a:ext cx="315600" cy="546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28" name="Google Shape;128;p5"/>
                <p:cNvSpPr/>
                <p:nvPr/>
              </p:nvSpPr>
              <p:spPr>
                <a:xfrm>
                  <a:off x="7545125" y="1707050"/>
                  <a:ext cx="73500" cy="73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29" name="Google Shape;129;p5"/>
              <p:cNvSpPr/>
              <p:nvPr/>
            </p:nvSpPr>
            <p:spPr>
              <a:xfrm>
                <a:off x="8352175" y="26867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0" name="Google Shape;130;p5"/>
              <p:cNvSpPr/>
              <p:nvPr/>
            </p:nvSpPr>
            <p:spPr>
              <a:xfrm>
                <a:off x="8504977" y="426753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31" name="Google Shape;131;p5"/>
            <p:cNvGrpSpPr/>
            <p:nvPr/>
          </p:nvGrpSpPr>
          <p:grpSpPr>
            <a:xfrm>
              <a:off x="-377824" y="3323825"/>
              <a:ext cx="1141616" cy="1740595"/>
              <a:chOff x="-377824" y="3323825"/>
              <a:chExt cx="1141616" cy="1740595"/>
            </a:xfrm>
          </p:grpSpPr>
          <p:grpSp>
            <p:nvGrpSpPr>
              <p:cNvPr id="132" name="Google Shape;132;p5"/>
              <p:cNvGrpSpPr/>
              <p:nvPr/>
            </p:nvGrpSpPr>
            <p:grpSpPr>
              <a:xfrm>
                <a:off x="-377824" y="3991865"/>
                <a:ext cx="1141616" cy="1072555"/>
                <a:chOff x="4046769" y="1482116"/>
                <a:chExt cx="1390180" cy="1306082"/>
              </a:xfrm>
            </p:grpSpPr>
            <p:grpSp>
              <p:nvGrpSpPr>
                <p:cNvPr id="133" name="Google Shape;133;p5"/>
                <p:cNvGrpSpPr/>
                <p:nvPr/>
              </p:nvGrpSpPr>
              <p:grpSpPr>
                <a:xfrm>
                  <a:off x="4046769" y="1482116"/>
                  <a:ext cx="1180258" cy="756167"/>
                  <a:chOff x="4046769" y="1482116"/>
                  <a:chExt cx="1180258" cy="756167"/>
                </a:xfrm>
              </p:grpSpPr>
              <p:grpSp>
                <p:nvGrpSpPr>
                  <p:cNvPr id="134" name="Google Shape;134;p5"/>
                  <p:cNvGrpSpPr/>
                  <p:nvPr/>
                </p:nvGrpSpPr>
                <p:grpSpPr>
                  <a:xfrm>
                    <a:off x="4046769" y="1482116"/>
                    <a:ext cx="873044" cy="756167"/>
                    <a:chOff x="8022925" y="186250"/>
                    <a:chExt cx="815700" cy="706500"/>
                  </a:xfrm>
                </p:grpSpPr>
                <p:sp>
                  <p:nvSpPr>
                    <p:cNvPr id="135" name="Google Shape;135;p5"/>
                    <p:cNvSpPr/>
                    <p:nvPr/>
                  </p:nvSpPr>
                  <p:spPr>
                    <a:xfrm>
                      <a:off x="8022925" y="186250"/>
                      <a:ext cx="815700" cy="7065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136" name="Google Shape;136;p5"/>
                    <p:cNvSpPr/>
                    <p:nvPr/>
                  </p:nvSpPr>
                  <p:spPr>
                    <a:xfrm>
                      <a:off x="8133718" y="282237"/>
                      <a:ext cx="594300" cy="5145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137" name="Google Shape;137;p5"/>
                    <p:cNvSpPr/>
                    <p:nvPr/>
                  </p:nvSpPr>
                  <p:spPr>
                    <a:xfrm>
                      <a:off x="8240438" y="374705"/>
                      <a:ext cx="380700" cy="3297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</p:grpSp>
              <p:sp>
                <p:nvSpPr>
                  <p:cNvPr id="138" name="Google Shape;138;p5"/>
                  <p:cNvSpPr/>
                  <p:nvPr/>
                </p:nvSpPr>
                <p:spPr>
                  <a:xfrm>
                    <a:off x="4919827" y="1953578"/>
                    <a:ext cx="307200" cy="2661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solidFill>
                    <a:srgbClr val="AFE0D9">
                      <a:alpha val="59490"/>
                    </a:srgb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139" name="Google Shape;139;p5"/>
                  <p:cNvSpPr/>
                  <p:nvPr/>
                </p:nvSpPr>
                <p:spPr>
                  <a:xfrm>
                    <a:off x="4981813" y="1541325"/>
                    <a:ext cx="102300" cy="1023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140" name="Google Shape;140;p5"/>
                <p:cNvCxnSpPr>
                  <a:stCxn id="135" idx="1"/>
                  <a:endCxn id="141" idx="3"/>
                </p:cNvCxnSpPr>
                <p:nvPr/>
              </p:nvCxnSpPr>
              <p:spPr>
                <a:xfrm>
                  <a:off x="4730771" y="2238282"/>
                  <a:ext cx="206400" cy="33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41" name="Google Shape;141;p5"/>
                <p:cNvSpPr/>
                <p:nvPr/>
              </p:nvSpPr>
              <p:spPr>
                <a:xfrm>
                  <a:off x="4937149" y="2355298"/>
                  <a:ext cx="499800" cy="4329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42" name="Google Shape;142;p5"/>
                <p:cNvSpPr/>
                <p:nvPr/>
              </p:nvSpPr>
              <p:spPr>
                <a:xfrm>
                  <a:off x="4988000" y="2399325"/>
                  <a:ext cx="398100" cy="3450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43" name="Google Shape;143;p5"/>
              <p:cNvSpPr/>
              <p:nvPr/>
            </p:nvSpPr>
            <p:spPr>
              <a:xfrm>
                <a:off x="39500" y="3323825"/>
                <a:ext cx="595500" cy="5157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4" name="Google Shape;144;p5"/>
              <p:cNvSpPr/>
              <p:nvPr/>
            </p:nvSpPr>
            <p:spPr>
              <a:xfrm>
                <a:off x="124250" y="3397200"/>
                <a:ext cx="426000" cy="3690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145" name="Google Shape;145;p5"/>
            <p:cNvSpPr/>
            <p:nvPr/>
          </p:nvSpPr>
          <p:spPr>
            <a:xfrm flipH="1">
              <a:off x="8222213" y="122863"/>
              <a:ext cx="102300" cy="102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6" name="Google Shape;146;p5"/>
            <p:cNvSpPr/>
            <p:nvPr/>
          </p:nvSpPr>
          <p:spPr>
            <a:xfrm flipH="1">
              <a:off x="8829538" y="1285038"/>
              <a:ext cx="102300" cy="102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47" name="Google Shape;147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8" name="Google Shape;148;p5"/>
          <p:cNvSpPr txBox="1"/>
          <p:nvPr>
            <p:ph idx="1" type="subTitle"/>
          </p:nvPr>
        </p:nvSpPr>
        <p:spPr>
          <a:xfrm>
            <a:off x="713225" y="2267566"/>
            <a:ext cx="230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5"/>
          <p:cNvSpPr txBox="1"/>
          <p:nvPr>
            <p:ph idx="2" type="subTitle"/>
          </p:nvPr>
        </p:nvSpPr>
        <p:spPr>
          <a:xfrm>
            <a:off x="713225" y="3952781"/>
            <a:ext cx="230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5"/>
          <p:cNvSpPr txBox="1"/>
          <p:nvPr>
            <p:ph idx="3" type="subTitle"/>
          </p:nvPr>
        </p:nvSpPr>
        <p:spPr>
          <a:xfrm>
            <a:off x="3419250" y="3952781"/>
            <a:ext cx="230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5"/>
          <p:cNvSpPr txBox="1"/>
          <p:nvPr>
            <p:ph idx="4" type="subTitle"/>
          </p:nvPr>
        </p:nvSpPr>
        <p:spPr>
          <a:xfrm>
            <a:off x="3419250" y="2267566"/>
            <a:ext cx="230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5"/>
          <p:cNvSpPr txBox="1"/>
          <p:nvPr>
            <p:ph hasCustomPrompt="1" idx="5" type="title"/>
          </p:nvPr>
        </p:nvSpPr>
        <p:spPr>
          <a:xfrm>
            <a:off x="1415375" y="1353088"/>
            <a:ext cx="901200" cy="616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>
            <a:r>
              <a:t>xx%</a:t>
            </a:r>
          </a:p>
        </p:txBody>
      </p:sp>
      <p:sp>
        <p:nvSpPr>
          <p:cNvPr id="153" name="Google Shape;153;p5"/>
          <p:cNvSpPr txBox="1"/>
          <p:nvPr>
            <p:ph hasCustomPrompt="1" idx="6" type="title"/>
          </p:nvPr>
        </p:nvSpPr>
        <p:spPr>
          <a:xfrm>
            <a:off x="4121400" y="3038450"/>
            <a:ext cx="901200" cy="616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>
            <a:r>
              <a:t>xx%</a:t>
            </a:r>
          </a:p>
        </p:txBody>
      </p:sp>
      <p:sp>
        <p:nvSpPr>
          <p:cNvPr id="154" name="Google Shape;154;p5"/>
          <p:cNvSpPr txBox="1"/>
          <p:nvPr>
            <p:ph hasCustomPrompt="1" idx="7" type="title"/>
          </p:nvPr>
        </p:nvSpPr>
        <p:spPr>
          <a:xfrm>
            <a:off x="1415375" y="3038450"/>
            <a:ext cx="901200" cy="616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>
            <a:r>
              <a:t>xx%</a:t>
            </a:r>
          </a:p>
        </p:txBody>
      </p:sp>
      <p:sp>
        <p:nvSpPr>
          <p:cNvPr id="155" name="Google Shape;155;p5"/>
          <p:cNvSpPr txBox="1"/>
          <p:nvPr>
            <p:ph hasCustomPrompt="1" idx="8" type="title"/>
          </p:nvPr>
        </p:nvSpPr>
        <p:spPr>
          <a:xfrm>
            <a:off x="4121400" y="1353088"/>
            <a:ext cx="901200" cy="616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>
            <a:r>
              <a:t>xx%</a:t>
            </a:r>
          </a:p>
        </p:txBody>
      </p:sp>
      <p:sp>
        <p:nvSpPr>
          <p:cNvPr id="156" name="Google Shape;156;p5"/>
          <p:cNvSpPr txBox="1"/>
          <p:nvPr>
            <p:ph idx="9" type="subTitle"/>
          </p:nvPr>
        </p:nvSpPr>
        <p:spPr>
          <a:xfrm>
            <a:off x="6125275" y="3952781"/>
            <a:ext cx="230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5"/>
          <p:cNvSpPr txBox="1"/>
          <p:nvPr>
            <p:ph idx="13" type="subTitle"/>
          </p:nvPr>
        </p:nvSpPr>
        <p:spPr>
          <a:xfrm>
            <a:off x="6125275" y="2267566"/>
            <a:ext cx="230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5"/>
          <p:cNvSpPr txBox="1"/>
          <p:nvPr>
            <p:ph hasCustomPrompt="1" idx="14" type="title"/>
          </p:nvPr>
        </p:nvSpPr>
        <p:spPr>
          <a:xfrm>
            <a:off x="6827425" y="3038450"/>
            <a:ext cx="901200" cy="616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>
            <a:r>
              <a:t>xx%</a:t>
            </a:r>
          </a:p>
        </p:txBody>
      </p:sp>
      <p:sp>
        <p:nvSpPr>
          <p:cNvPr id="159" name="Google Shape;159;p5"/>
          <p:cNvSpPr txBox="1"/>
          <p:nvPr>
            <p:ph hasCustomPrompt="1" idx="15" type="title"/>
          </p:nvPr>
        </p:nvSpPr>
        <p:spPr>
          <a:xfrm>
            <a:off x="6827425" y="1353088"/>
            <a:ext cx="901200" cy="616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>
            <a:r>
              <a:t>xx%</a:t>
            </a:r>
          </a:p>
        </p:txBody>
      </p:sp>
      <p:sp>
        <p:nvSpPr>
          <p:cNvPr id="160" name="Google Shape;160;p5"/>
          <p:cNvSpPr txBox="1"/>
          <p:nvPr>
            <p:ph idx="16" type="subTitle"/>
          </p:nvPr>
        </p:nvSpPr>
        <p:spPr>
          <a:xfrm>
            <a:off x="713225" y="1937038"/>
            <a:ext cx="23055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000"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61" name="Google Shape;161;p5"/>
          <p:cNvSpPr txBox="1"/>
          <p:nvPr>
            <p:ph idx="17" type="subTitle"/>
          </p:nvPr>
        </p:nvSpPr>
        <p:spPr>
          <a:xfrm>
            <a:off x="713225" y="3622248"/>
            <a:ext cx="23055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000"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62" name="Google Shape;162;p5"/>
          <p:cNvSpPr txBox="1"/>
          <p:nvPr>
            <p:ph idx="18" type="subTitle"/>
          </p:nvPr>
        </p:nvSpPr>
        <p:spPr>
          <a:xfrm>
            <a:off x="3419250" y="3622248"/>
            <a:ext cx="23055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000"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63" name="Google Shape;163;p5"/>
          <p:cNvSpPr txBox="1"/>
          <p:nvPr>
            <p:ph idx="19" type="subTitle"/>
          </p:nvPr>
        </p:nvSpPr>
        <p:spPr>
          <a:xfrm>
            <a:off x="3419250" y="1937038"/>
            <a:ext cx="23055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000"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64" name="Google Shape;164;p5"/>
          <p:cNvSpPr txBox="1"/>
          <p:nvPr>
            <p:ph idx="20" type="subTitle"/>
          </p:nvPr>
        </p:nvSpPr>
        <p:spPr>
          <a:xfrm>
            <a:off x="6125275" y="3622248"/>
            <a:ext cx="23055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000"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65" name="Google Shape;165;p5"/>
          <p:cNvSpPr txBox="1"/>
          <p:nvPr>
            <p:ph idx="21" type="subTitle"/>
          </p:nvPr>
        </p:nvSpPr>
        <p:spPr>
          <a:xfrm>
            <a:off x="6125275" y="1937038"/>
            <a:ext cx="23055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000"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Google Shape;167;p6"/>
          <p:cNvGrpSpPr/>
          <p:nvPr/>
        </p:nvGrpSpPr>
        <p:grpSpPr>
          <a:xfrm>
            <a:off x="-319453" y="-917150"/>
            <a:ext cx="9860391" cy="5957900"/>
            <a:chOff x="-319453" y="-917150"/>
            <a:chExt cx="9860391" cy="5957900"/>
          </a:xfrm>
        </p:grpSpPr>
        <p:grpSp>
          <p:nvGrpSpPr>
            <p:cNvPr id="168" name="Google Shape;168;p6"/>
            <p:cNvGrpSpPr/>
            <p:nvPr/>
          </p:nvGrpSpPr>
          <p:grpSpPr>
            <a:xfrm flipH="1" rot="10800000">
              <a:off x="7467353" y="3080077"/>
              <a:ext cx="2073585" cy="1960673"/>
              <a:chOff x="7455765" y="-80873"/>
              <a:chExt cx="2073585" cy="1960673"/>
            </a:xfrm>
          </p:grpSpPr>
          <p:grpSp>
            <p:nvGrpSpPr>
              <p:cNvPr id="169" name="Google Shape;169;p6"/>
              <p:cNvGrpSpPr/>
              <p:nvPr/>
            </p:nvGrpSpPr>
            <p:grpSpPr>
              <a:xfrm>
                <a:off x="7455765" y="-80873"/>
                <a:ext cx="2073585" cy="1960673"/>
                <a:chOff x="7455765" y="-80873"/>
                <a:chExt cx="2073585" cy="1960673"/>
              </a:xfrm>
            </p:grpSpPr>
            <p:grpSp>
              <p:nvGrpSpPr>
                <p:cNvPr id="170" name="Google Shape;170;p6"/>
                <p:cNvGrpSpPr/>
                <p:nvPr/>
              </p:nvGrpSpPr>
              <p:grpSpPr>
                <a:xfrm>
                  <a:off x="7455765" y="-80873"/>
                  <a:ext cx="1935860" cy="557223"/>
                  <a:chOff x="1329040" y="2024002"/>
                  <a:chExt cx="1935860" cy="557223"/>
                </a:xfrm>
              </p:grpSpPr>
              <p:grpSp>
                <p:nvGrpSpPr>
                  <p:cNvPr id="171" name="Google Shape;171;p6"/>
                  <p:cNvGrpSpPr/>
                  <p:nvPr/>
                </p:nvGrpSpPr>
                <p:grpSpPr>
                  <a:xfrm rot="10800000">
                    <a:off x="2273907" y="2024002"/>
                    <a:ext cx="587793" cy="509104"/>
                    <a:chOff x="8022925" y="186250"/>
                    <a:chExt cx="815700" cy="706500"/>
                  </a:xfrm>
                </p:grpSpPr>
                <p:sp>
                  <p:nvSpPr>
                    <p:cNvPr id="172" name="Google Shape;172;p6"/>
                    <p:cNvSpPr/>
                    <p:nvPr/>
                  </p:nvSpPr>
                  <p:spPr>
                    <a:xfrm>
                      <a:off x="8022925" y="186250"/>
                      <a:ext cx="815700" cy="7065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173" name="Google Shape;173;p6"/>
                    <p:cNvSpPr/>
                    <p:nvPr/>
                  </p:nvSpPr>
                  <p:spPr>
                    <a:xfrm>
                      <a:off x="8213302" y="351156"/>
                      <a:ext cx="435000" cy="3768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</p:grpSp>
              <p:sp>
                <p:nvSpPr>
                  <p:cNvPr id="174" name="Google Shape;174;p6"/>
                  <p:cNvSpPr/>
                  <p:nvPr/>
                </p:nvSpPr>
                <p:spPr>
                  <a:xfrm rot="10800000">
                    <a:off x="2349928" y="2478925"/>
                    <a:ext cx="102300" cy="1023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cxnSp>
                <p:nvCxnSpPr>
                  <p:cNvPr id="175" name="Google Shape;175;p6"/>
                  <p:cNvCxnSpPr>
                    <a:stCxn id="172" idx="3"/>
                  </p:cNvCxnSpPr>
                  <p:nvPr/>
                </p:nvCxnSpPr>
                <p:spPr>
                  <a:xfrm>
                    <a:off x="2861700" y="2278554"/>
                    <a:ext cx="4032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76" name="Google Shape;176;p6"/>
                  <p:cNvCxnSpPr>
                    <a:stCxn id="172" idx="0"/>
                    <a:endCxn id="177" idx="2"/>
                  </p:cNvCxnSpPr>
                  <p:nvPr/>
                </p:nvCxnSpPr>
                <p:spPr>
                  <a:xfrm rot="10800000">
                    <a:off x="1407507" y="2278554"/>
                    <a:ext cx="8664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177" name="Google Shape;177;p6"/>
                  <p:cNvSpPr/>
                  <p:nvPr/>
                </p:nvSpPr>
                <p:spPr>
                  <a:xfrm rot="10800000">
                    <a:off x="1329040" y="2239213"/>
                    <a:ext cx="78600" cy="786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grpSp>
              <p:nvGrpSpPr>
                <p:cNvPr id="178" name="Google Shape;178;p6"/>
                <p:cNvGrpSpPr/>
                <p:nvPr/>
              </p:nvGrpSpPr>
              <p:grpSpPr>
                <a:xfrm>
                  <a:off x="7684015" y="528127"/>
                  <a:ext cx="1845335" cy="1351673"/>
                  <a:chOff x="1557290" y="2633002"/>
                  <a:chExt cx="1845335" cy="1351673"/>
                </a:xfrm>
              </p:grpSpPr>
              <p:grpSp>
                <p:nvGrpSpPr>
                  <p:cNvPr id="179" name="Google Shape;179;p6"/>
                  <p:cNvGrpSpPr/>
                  <p:nvPr/>
                </p:nvGrpSpPr>
                <p:grpSpPr>
                  <a:xfrm rot="10800000">
                    <a:off x="1673693" y="2677134"/>
                    <a:ext cx="917499" cy="794671"/>
                    <a:chOff x="8022925" y="186250"/>
                    <a:chExt cx="815700" cy="706500"/>
                  </a:xfrm>
                </p:grpSpPr>
                <p:sp>
                  <p:nvSpPr>
                    <p:cNvPr id="180" name="Google Shape;180;p6"/>
                    <p:cNvSpPr/>
                    <p:nvPr/>
                  </p:nvSpPr>
                  <p:spPr>
                    <a:xfrm>
                      <a:off x="8022925" y="186250"/>
                      <a:ext cx="815700" cy="7065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solidFill>
                      <a:srgbClr val="AFE0D9">
                        <a:alpha val="59490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181" name="Google Shape;181;p6"/>
                    <p:cNvSpPr/>
                    <p:nvPr/>
                  </p:nvSpPr>
                  <p:spPr>
                    <a:xfrm>
                      <a:off x="8169420" y="313166"/>
                      <a:ext cx="522900" cy="4527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</p:grpSp>
              <p:grpSp>
                <p:nvGrpSpPr>
                  <p:cNvPr id="182" name="Google Shape;182;p6"/>
                  <p:cNvGrpSpPr/>
                  <p:nvPr/>
                </p:nvGrpSpPr>
                <p:grpSpPr>
                  <a:xfrm rot="10800000">
                    <a:off x="2814832" y="2633002"/>
                    <a:ext cx="587793" cy="509104"/>
                    <a:chOff x="8022925" y="186250"/>
                    <a:chExt cx="815700" cy="706500"/>
                  </a:xfrm>
                </p:grpSpPr>
                <p:sp>
                  <p:nvSpPr>
                    <p:cNvPr id="183" name="Google Shape;183;p6"/>
                    <p:cNvSpPr/>
                    <p:nvPr/>
                  </p:nvSpPr>
                  <p:spPr>
                    <a:xfrm>
                      <a:off x="8022925" y="186250"/>
                      <a:ext cx="815700" cy="7065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184" name="Google Shape;184;p6"/>
                    <p:cNvSpPr/>
                    <p:nvPr/>
                  </p:nvSpPr>
                  <p:spPr>
                    <a:xfrm>
                      <a:off x="8114217" y="265360"/>
                      <a:ext cx="633300" cy="5484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</p:grpSp>
              <p:cxnSp>
                <p:nvCxnSpPr>
                  <p:cNvPr id="185" name="Google Shape;185;p6"/>
                  <p:cNvCxnSpPr>
                    <a:stCxn id="183" idx="0"/>
                  </p:cNvCxnSpPr>
                  <p:nvPr/>
                </p:nvCxnSpPr>
                <p:spPr>
                  <a:xfrm rot="10800000">
                    <a:off x="2660332" y="2887554"/>
                    <a:ext cx="1545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86" name="Google Shape;186;p6"/>
                  <p:cNvCxnSpPr>
                    <a:stCxn id="180" idx="3"/>
                  </p:cNvCxnSpPr>
                  <p:nvPr/>
                </p:nvCxnSpPr>
                <p:spPr>
                  <a:xfrm flipH="1" rot="10800000">
                    <a:off x="2591192" y="2886970"/>
                    <a:ext cx="73200" cy="1875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87" name="Google Shape;187;p6"/>
                  <p:cNvCxnSpPr>
                    <a:stCxn id="180" idx="5"/>
                  </p:cNvCxnSpPr>
                  <p:nvPr/>
                </p:nvCxnSpPr>
                <p:spPr>
                  <a:xfrm flipH="1">
                    <a:off x="1596661" y="3471805"/>
                    <a:ext cx="275700" cy="4776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188" name="Google Shape;188;p6"/>
                  <p:cNvSpPr/>
                  <p:nvPr/>
                </p:nvSpPr>
                <p:spPr>
                  <a:xfrm rot="10800000">
                    <a:off x="1557290" y="3906075"/>
                    <a:ext cx="78600" cy="786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</p:grpSp>
          <p:sp>
            <p:nvSpPr>
              <p:cNvPr id="189" name="Google Shape;189;p6"/>
              <p:cNvSpPr/>
              <p:nvPr/>
            </p:nvSpPr>
            <p:spPr>
              <a:xfrm>
                <a:off x="7637364" y="314128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90" name="Google Shape;190;p6"/>
            <p:cNvGrpSpPr/>
            <p:nvPr/>
          </p:nvGrpSpPr>
          <p:grpSpPr>
            <a:xfrm>
              <a:off x="-319453" y="-917150"/>
              <a:ext cx="4691116" cy="2444748"/>
              <a:chOff x="-319453" y="-917150"/>
              <a:chExt cx="4691116" cy="2444748"/>
            </a:xfrm>
          </p:grpSpPr>
          <p:grpSp>
            <p:nvGrpSpPr>
              <p:cNvPr id="191" name="Google Shape;191;p6"/>
              <p:cNvGrpSpPr/>
              <p:nvPr/>
            </p:nvGrpSpPr>
            <p:grpSpPr>
              <a:xfrm>
                <a:off x="-319453" y="-917150"/>
                <a:ext cx="4691116" cy="2444748"/>
                <a:chOff x="-326803" y="-829100"/>
                <a:chExt cx="4691116" cy="2444748"/>
              </a:xfrm>
            </p:grpSpPr>
            <p:grpSp>
              <p:nvGrpSpPr>
                <p:cNvPr id="192" name="Google Shape;192;p6"/>
                <p:cNvGrpSpPr/>
                <p:nvPr/>
              </p:nvGrpSpPr>
              <p:grpSpPr>
                <a:xfrm>
                  <a:off x="-326803" y="-829100"/>
                  <a:ext cx="3417803" cy="2444748"/>
                  <a:chOff x="5222059" y="1707050"/>
                  <a:chExt cx="3417803" cy="2444748"/>
                </a:xfrm>
              </p:grpSpPr>
              <p:grpSp>
                <p:nvGrpSpPr>
                  <p:cNvPr id="193" name="Google Shape;193;p6"/>
                  <p:cNvGrpSpPr/>
                  <p:nvPr/>
                </p:nvGrpSpPr>
                <p:grpSpPr>
                  <a:xfrm>
                    <a:off x="6230684" y="2436004"/>
                    <a:ext cx="1245819" cy="1079037"/>
                    <a:chOff x="8022925" y="186250"/>
                    <a:chExt cx="815700" cy="706500"/>
                  </a:xfrm>
                </p:grpSpPr>
                <p:sp>
                  <p:nvSpPr>
                    <p:cNvPr id="194" name="Google Shape;194;p6"/>
                    <p:cNvSpPr/>
                    <p:nvPr/>
                  </p:nvSpPr>
                  <p:spPr>
                    <a:xfrm>
                      <a:off x="8022925" y="186250"/>
                      <a:ext cx="815700" cy="7065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195" name="Google Shape;195;p6"/>
                    <p:cNvSpPr/>
                    <p:nvPr/>
                  </p:nvSpPr>
                  <p:spPr>
                    <a:xfrm>
                      <a:off x="8066182" y="223764"/>
                      <a:ext cx="729300" cy="6315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196" name="Google Shape;196;p6"/>
                    <p:cNvSpPr/>
                    <p:nvPr/>
                  </p:nvSpPr>
                  <p:spPr>
                    <a:xfrm>
                      <a:off x="8240438" y="374705"/>
                      <a:ext cx="380700" cy="3297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</p:grpSp>
              <p:grpSp>
                <p:nvGrpSpPr>
                  <p:cNvPr id="197" name="Google Shape;197;p6"/>
                  <p:cNvGrpSpPr/>
                  <p:nvPr/>
                </p:nvGrpSpPr>
                <p:grpSpPr>
                  <a:xfrm>
                    <a:off x="5222059" y="3089020"/>
                    <a:ext cx="1008613" cy="873587"/>
                    <a:chOff x="8022925" y="186250"/>
                    <a:chExt cx="815700" cy="706500"/>
                  </a:xfrm>
                </p:grpSpPr>
                <p:sp>
                  <p:nvSpPr>
                    <p:cNvPr id="198" name="Google Shape;198;p6"/>
                    <p:cNvSpPr/>
                    <p:nvPr/>
                  </p:nvSpPr>
                  <p:spPr>
                    <a:xfrm>
                      <a:off x="8022925" y="186250"/>
                      <a:ext cx="815700" cy="7065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199" name="Google Shape;199;p6"/>
                    <p:cNvSpPr/>
                    <p:nvPr/>
                  </p:nvSpPr>
                  <p:spPr>
                    <a:xfrm>
                      <a:off x="8066182" y="223764"/>
                      <a:ext cx="729300" cy="6315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</p:grpSp>
              <p:grpSp>
                <p:nvGrpSpPr>
                  <p:cNvPr id="200" name="Google Shape;200;p6"/>
                  <p:cNvGrpSpPr/>
                  <p:nvPr/>
                </p:nvGrpSpPr>
                <p:grpSpPr>
                  <a:xfrm>
                    <a:off x="6286990" y="3642694"/>
                    <a:ext cx="587793" cy="509104"/>
                    <a:chOff x="8022925" y="186250"/>
                    <a:chExt cx="815700" cy="706500"/>
                  </a:xfrm>
                </p:grpSpPr>
                <p:sp>
                  <p:nvSpPr>
                    <p:cNvPr id="201" name="Google Shape;201;p6"/>
                    <p:cNvSpPr/>
                    <p:nvPr/>
                  </p:nvSpPr>
                  <p:spPr>
                    <a:xfrm>
                      <a:off x="8022925" y="186250"/>
                      <a:ext cx="815700" cy="7065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202" name="Google Shape;202;p6"/>
                    <p:cNvSpPr/>
                    <p:nvPr/>
                  </p:nvSpPr>
                  <p:spPr>
                    <a:xfrm>
                      <a:off x="8114217" y="265360"/>
                      <a:ext cx="633300" cy="5484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</p:grpSp>
              <p:sp>
                <p:nvSpPr>
                  <p:cNvPr id="203" name="Google Shape;203;p6"/>
                  <p:cNvSpPr/>
                  <p:nvPr/>
                </p:nvSpPr>
                <p:spPr>
                  <a:xfrm>
                    <a:off x="6178600" y="2924425"/>
                    <a:ext cx="102300" cy="1023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grpSp>
                <p:nvGrpSpPr>
                  <p:cNvPr id="204" name="Google Shape;204;p6"/>
                  <p:cNvGrpSpPr/>
                  <p:nvPr/>
                </p:nvGrpSpPr>
                <p:grpSpPr>
                  <a:xfrm>
                    <a:off x="7766819" y="2597416"/>
                    <a:ext cx="873044" cy="756167"/>
                    <a:chOff x="8022925" y="186250"/>
                    <a:chExt cx="815700" cy="706500"/>
                  </a:xfrm>
                </p:grpSpPr>
                <p:sp>
                  <p:nvSpPr>
                    <p:cNvPr id="205" name="Google Shape;205;p6"/>
                    <p:cNvSpPr/>
                    <p:nvPr/>
                  </p:nvSpPr>
                  <p:spPr>
                    <a:xfrm>
                      <a:off x="8022925" y="186250"/>
                      <a:ext cx="815700" cy="7065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206" name="Google Shape;206;p6"/>
                    <p:cNvSpPr/>
                    <p:nvPr/>
                  </p:nvSpPr>
                  <p:spPr>
                    <a:xfrm>
                      <a:off x="8133718" y="282237"/>
                      <a:ext cx="594300" cy="5145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207" name="Google Shape;207;p6"/>
                    <p:cNvSpPr/>
                    <p:nvPr/>
                  </p:nvSpPr>
                  <p:spPr>
                    <a:xfrm>
                      <a:off x="8240438" y="374705"/>
                      <a:ext cx="380700" cy="3297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</p:grpSp>
              <p:sp>
                <p:nvSpPr>
                  <p:cNvPr id="208" name="Google Shape;208;p6"/>
                  <p:cNvSpPr/>
                  <p:nvPr/>
                </p:nvSpPr>
                <p:spPr>
                  <a:xfrm>
                    <a:off x="7394176" y="3089024"/>
                    <a:ext cx="457200" cy="3960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209" name="Google Shape;209;p6"/>
                  <p:cNvSpPr/>
                  <p:nvPr/>
                </p:nvSpPr>
                <p:spPr>
                  <a:xfrm>
                    <a:off x="7570513" y="2571750"/>
                    <a:ext cx="102300" cy="1023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210" name="Google Shape;210;p6"/>
                  <p:cNvSpPr/>
                  <p:nvPr/>
                </p:nvSpPr>
                <p:spPr>
                  <a:xfrm>
                    <a:off x="7044827" y="3642703"/>
                    <a:ext cx="307200" cy="2661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solidFill>
                    <a:srgbClr val="AFE0BE">
                      <a:alpha val="71520"/>
                    </a:srgb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grpSp>
                <p:nvGrpSpPr>
                  <p:cNvPr id="211" name="Google Shape;211;p6"/>
                  <p:cNvGrpSpPr/>
                  <p:nvPr/>
                </p:nvGrpSpPr>
                <p:grpSpPr>
                  <a:xfrm>
                    <a:off x="6012275" y="1707050"/>
                    <a:ext cx="1754544" cy="1381970"/>
                    <a:chOff x="6012275" y="1707050"/>
                    <a:chExt cx="1754544" cy="1381970"/>
                  </a:xfrm>
                </p:grpSpPr>
                <p:grpSp>
                  <p:nvGrpSpPr>
                    <p:cNvPr id="212" name="Google Shape;212;p6"/>
                    <p:cNvGrpSpPr/>
                    <p:nvPr/>
                  </p:nvGrpSpPr>
                  <p:grpSpPr>
                    <a:xfrm>
                      <a:off x="6012275" y="2285500"/>
                      <a:ext cx="1754544" cy="803520"/>
                      <a:chOff x="6012275" y="2285500"/>
                      <a:chExt cx="1754544" cy="803520"/>
                    </a:xfrm>
                  </p:grpSpPr>
                  <p:cxnSp>
                    <p:nvCxnSpPr>
                      <p:cNvPr id="213" name="Google Shape;213;p6"/>
                      <p:cNvCxnSpPr>
                        <a:stCxn id="205" idx="3"/>
                      </p:cNvCxnSpPr>
                      <p:nvPr/>
                    </p:nvCxnSpPr>
                    <p:spPr>
                      <a:xfrm rot="10800000">
                        <a:off x="7612919" y="2975499"/>
                        <a:ext cx="15390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2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grpSp>
                    <p:nvGrpSpPr>
                      <p:cNvPr id="214" name="Google Shape;214;p6"/>
                      <p:cNvGrpSpPr/>
                      <p:nvPr/>
                    </p:nvGrpSpPr>
                    <p:grpSpPr>
                      <a:xfrm>
                        <a:off x="6012275" y="2285500"/>
                        <a:ext cx="1603950" cy="803520"/>
                        <a:chOff x="6012275" y="2285500"/>
                        <a:chExt cx="1603950" cy="803520"/>
                      </a:xfrm>
                    </p:grpSpPr>
                    <p:cxnSp>
                      <p:nvCxnSpPr>
                        <p:cNvPr id="215" name="Google Shape;215;p6"/>
                        <p:cNvCxnSpPr/>
                        <p:nvPr/>
                      </p:nvCxnSpPr>
                      <p:spPr>
                        <a:xfrm rot="10800000">
                          <a:off x="7262825" y="2285500"/>
                          <a:ext cx="353400" cy="69000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2"/>
                          </a:solidFill>
                          <a:prstDash val="solid"/>
                          <a:round/>
                          <a:headEnd len="med" w="med" type="none"/>
                          <a:tailEnd len="med" w="med" type="none"/>
                        </a:ln>
                      </p:spPr>
                    </p:cxnSp>
                    <p:cxnSp>
                      <p:nvCxnSpPr>
                        <p:cNvPr id="216" name="Google Shape;216;p6"/>
                        <p:cNvCxnSpPr/>
                        <p:nvPr/>
                      </p:nvCxnSpPr>
                      <p:spPr>
                        <a:xfrm rot="10800000">
                          <a:off x="6405500" y="2289200"/>
                          <a:ext cx="861000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2"/>
                          </a:solidFill>
                          <a:prstDash val="solid"/>
                          <a:round/>
                          <a:headEnd len="med" w="med" type="none"/>
                          <a:tailEnd len="med" w="med" type="none"/>
                        </a:ln>
                      </p:spPr>
                    </p:cxnSp>
                    <p:cxnSp>
                      <p:nvCxnSpPr>
                        <p:cNvPr id="217" name="Google Shape;217;p6"/>
                        <p:cNvCxnSpPr>
                          <a:stCxn id="198" idx="5"/>
                        </p:cNvCxnSpPr>
                        <p:nvPr/>
                      </p:nvCxnSpPr>
                      <p:spPr>
                        <a:xfrm flipH="1" rot="10800000">
                          <a:off x="6012275" y="2285620"/>
                          <a:ext cx="395400" cy="80340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2"/>
                          </a:solidFill>
                          <a:prstDash val="solid"/>
                          <a:round/>
                          <a:headEnd len="med" w="med" type="none"/>
                          <a:tailEnd len="med" w="med" type="none"/>
                        </a:ln>
                      </p:spPr>
                    </p:cxnSp>
                  </p:grpSp>
                  <p:sp>
                    <p:nvSpPr>
                      <p:cNvPr id="218" name="Google Shape;218;p6"/>
                      <p:cNvSpPr/>
                      <p:nvPr/>
                    </p:nvSpPr>
                    <p:spPr>
                      <a:xfrm>
                        <a:off x="7584350" y="2943050"/>
                        <a:ext cx="64800" cy="64800"/>
                      </a:xfrm>
                      <a:prstGeom prst="ellipse">
                        <a:avLst/>
                      </a:prstGeom>
                      <a:solidFill>
                        <a:schemeClr val="lt2"/>
                      </a:soli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ato"/>
                          <a:ea typeface="Lato"/>
                          <a:cs typeface="Lato"/>
                          <a:sym typeface="Lato"/>
                        </a:endParaRPr>
                      </a:p>
                    </p:txBody>
                  </p:sp>
                </p:grpSp>
                <p:cxnSp>
                  <p:nvCxnSpPr>
                    <p:cNvPr id="219" name="Google Shape;219;p6"/>
                    <p:cNvCxnSpPr/>
                    <p:nvPr/>
                  </p:nvCxnSpPr>
                  <p:spPr>
                    <a:xfrm flipH="1" rot="10800000">
                      <a:off x="7261350" y="1744525"/>
                      <a:ext cx="315600" cy="5463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sp>
                  <p:nvSpPr>
                    <p:cNvPr id="220" name="Google Shape;220;p6"/>
                    <p:cNvSpPr/>
                    <p:nvPr/>
                  </p:nvSpPr>
                  <p:spPr>
                    <a:xfrm>
                      <a:off x="7545125" y="1707050"/>
                      <a:ext cx="73500" cy="73200"/>
                    </a:xfrm>
                    <a:prstGeom prst="ellipse">
                      <a:avLst/>
                    </a:pr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</p:grpSp>
              <p:sp>
                <p:nvSpPr>
                  <p:cNvPr id="221" name="Google Shape;221;p6"/>
                  <p:cNvSpPr/>
                  <p:nvPr/>
                </p:nvSpPr>
                <p:spPr>
                  <a:xfrm>
                    <a:off x="5975025" y="3049300"/>
                    <a:ext cx="78600" cy="786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grpSp>
              <p:nvGrpSpPr>
                <p:cNvPr id="222" name="Google Shape;222;p6"/>
                <p:cNvGrpSpPr/>
                <p:nvPr/>
              </p:nvGrpSpPr>
              <p:grpSpPr>
                <a:xfrm flipH="1">
                  <a:off x="3049403" y="525694"/>
                  <a:ext cx="1314910" cy="509104"/>
                  <a:chOff x="6536465" y="3032469"/>
                  <a:chExt cx="1314910" cy="509104"/>
                </a:xfrm>
              </p:grpSpPr>
              <p:grpSp>
                <p:nvGrpSpPr>
                  <p:cNvPr id="223" name="Google Shape;223;p6"/>
                  <p:cNvGrpSpPr/>
                  <p:nvPr/>
                </p:nvGrpSpPr>
                <p:grpSpPr>
                  <a:xfrm>
                    <a:off x="6536465" y="3032469"/>
                    <a:ext cx="587793" cy="509104"/>
                    <a:chOff x="8369130" y="-660579"/>
                    <a:chExt cx="815700" cy="706500"/>
                  </a:xfrm>
                </p:grpSpPr>
                <p:sp>
                  <p:nvSpPr>
                    <p:cNvPr id="224" name="Google Shape;224;p6"/>
                    <p:cNvSpPr/>
                    <p:nvPr/>
                  </p:nvSpPr>
                  <p:spPr>
                    <a:xfrm>
                      <a:off x="8369130" y="-660579"/>
                      <a:ext cx="815700" cy="7065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225" name="Google Shape;225;p6"/>
                    <p:cNvSpPr/>
                    <p:nvPr/>
                  </p:nvSpPr>
                  <p:spPr>
                    <a:xfrm>
                      <a:off x="8460422" y="-581469"/>
                      <a:ext cx="633300" cy="5484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</p:grpSp>
              <p:sp>
                <p:nvSpPr>
                  <p:cNvPr id="226" name="Google Shape;226;p6"/>
                  <p:cNvSpPr/>
                  <p:nvPr/>
                </p:nvSpPr>
                <p:spPr>
                  <a:xfrm>
                    <a:off x="7394176" y="3089024"/>
                    <a:ext cx="457200" cy="3960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227" name="Google Shape;227;p6"/>
                  <p:cNvSpPr/>
                  <p:nvPr/>
                </p:nvSpPr>
                <p:spPr>
                  <a:xfrm>
                    <a:off x="7469177" y="3153978"/>
                    <a:ext cx="307200" cy="2661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228" name="Google Shape;228;p6"/>
                <p:cNvCxnSpPr>
                  <a:stCxn id="226" idx="3"/>
                  <a:endCxn id="224" idx="0"/>
                </p:cNvCxnSpPr>
                <p:nvPr/>
              </p:nvCxnSpPr>
              <p:spPr>
                <a:xfrm>
                  <a:off x="3506603" y="780249"/>
                  <a:ext cx="270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229" name="Google Shape;229;p6"/>
              <p:cNvSpPr/>
              <p:nvPr/>
            </p:nvSpPr>
            <p:spPr>
              <a:xfrm>
                <a:off x="2315150" y="86472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230" name="Google Shape;230;p6"/>
          <p:cNvSpPr txBox="1"/>
          <p:nvPr>
            <p:ph type="title"/>
          </p:nvPr>
        </p:nvSpPr>
        <p:spPr>
          <a:xfrm>
            <a:off x="713225" y="2652150"/>
            <a:ext cx="40644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  <p:sp>
        <p:nvSpPr>
          <p:cNvPr id="231" name="Google Shape;231;p6"/>
          <p:cNvSpPr txBox="1"/>
          <p:nvPr>
            <p:ph hasCustomPrompt="1" idx="2" type="title"/>
          </p:nvPr>
        </p:nvSpPr>
        <p:spPr>
          <a:xfrm>
            <a:off x="720000" y="1913638"/>
            <a:ext cx="13242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9pPr>
          </a:lstStyle>
          <a:p>
            <a:r>
              <a:t>xx%</a:t>
            </a:r>
          </a:p>
        </p:txBody>
      </p:sp>
      <p:sp>
        <p:nvSpPr>
          <p:cNvPr id="232" name="Google Shape;232;p6"/>
          <p:cNvSpPr txBox="1"/>
          <p:nvPr>
            <p:ph idx="1" type="subTitle"/>
          </p:nvPr>
        </p:nvSpPr>
        <p:spPr>
          <a:xfrm>
            <a:off x="713225" y="3592128"/>
            <a:ext cx="40644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3" name="Google Shape;233;p6"/>
          <p:cNvSpPr/>
          <p:nvPr>
            <p:ph idx="3" type="pic"/>
          </p:nvPr>
        </p:nvSpPr>
        <p:spPr>
          <a:xfrm>
            <a:off x="4930725" y="1061800"/>
            <a:ext cx="3500100" cy="3019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6" name="Google Shape;236;p7"/>
          <p:cNvSpPr txBox="1"/>
          <p:nvPr>
            <p:ph idx="1" type="subTitle"/>
          </p:nvPr>
        </p:nvSpPr>
        <p:spPr>
          <a:xfrm>
            <a:off x="720025" y="1714213"/>
            <a:ext cx="7704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7"/>
          <p:cNvSpPr txBox="1"/>
          <p:nvPr>
            <p:ph idx="2" type="subTitle"/>
          </p:nvPr>
        </p:nvSpPr>
        <p:spPr>
          <a:xfrm>
            <a:off x="720025" y="2835905"/>
            <a:ext cx="77040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7"/>
          <p:cNvSpPr txBox="1"/>
          <p:nvPr>
            <p:ph idx="3" type="subTitle"/>
          </p:nvPr>
        </p:nvSpPr>
        <p:spPr>
          <a:xfrm>
            <a:off x="720025" y="3954896"/>
            <a:ext cx="77040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7"/>
          <p:cNvSpPr txBox="1"/>
          <p:nvPr>
            <p:ph idx="4" type="subTitle"/>
          </p:nvPr>
        </p:nvSpPr>
        <p:spPr>
          <a:xfrm>
            <a:off x="720025" y="1241271"/>
            <a:ext cx="7704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000">
                <a:latin typeface="Archivo"/>
                <a:ea typeface="Archivo"/>
                <a:cs typeface="Archivo"/>
                <a:sym typeface="Archiv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240" name="Google Shape;240;p7"/>
          <p:cNvSpPr txBox="1"/>
          <p:nvPr>
            <p:ph idx="5" type="subTitle"/>
          </p:nvPr>
        </p:nvSpPr>
        <p:spPr>
          <a:xfrm>
            <a:off x="720025" y="2357298"/>
            <a:ext cx="77040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000">
                <a:latin typeface="Archivo"/>
                <a:ea typeface="Archivo"/>
                <a:cs typeface="Archivo"/>
                <a:sym typeface="Archiv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241" name="Google Shape;241;p7"/>
          <p:cNvSpPr txBox="1"/>
          <p:nvPr>
            <p:ph idx="6" type="subTitle"/>
          </p:nvPr>
        </p:nvSpPr>
        <p:spPr>
          <a:xfrm>
            <a:off x="720025" y="3470625"/>
            <a:ext cx="77040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000">
                <a:latin typeface="Archivo"/>
                <a:ea typeface="Archivo"/>
                <a:cs typeface="Archivo"/>
                <a:sym typeface="Archiv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grpSp>
        <p:nvGrpSpPr>
          <p:cNvPr id="242" name="Google Shape;242;p7"/>
          <p:cNvGrpSpPr/>
          <p:nvPr/>
        </p:nvGrpSpPr>
        <p:grpSpPr>
          <a:xfrm>
            <a:off x="36670" y="-818387"/>
            <a:ext cx="9710039" cy="5836570"/>
            <a:chOff x="36670" y="-818387"/>
            <a:chExt cx="9710039" cy="5836570"/>
          </a:xfrm>
        </p:grpSpPr>
        <p:grpSp>
          <p:nvGrpSpPr>
            <p:cNvPr id="243" name="Google Shape;243;p7"/>
            <p:cNvGrpSpPr/>
            <p:nvPr/>
          </p:nvGrpSpPr>
          <p:grpSpPr>
            <a:xfrm>
              <a:off x="6586639" y="-818387"/>
              <a:ext cx="3160070" cy="2392650"/>
              <a:chOff x="6586639" y="-781700"/>
              <a:chExt cx="3160070" cy="2392650"/>
            </a:xfrm>
          </p:grpSpPr>
          <p:grpSp>
            <p:nvGrpSpPr>
              <p:cNvPr id="244" name="Google Shape;244;p7"/>
              <p:cNvGrpSpPr/>
              <p:nvPr/>
            </p:nvGrpSpPr>
            <p:grpSpPr>
              <a:xfrm flipH="1">
                <a:off x="7382025" y="-781700"/>
                <a:ext cx="2364684" cy="2392650"/>
                <a:chOff x="5404368" y="-851325"/>
                <a:chExt cx="2364684" cy="2392650"/>
              </a:xfrm>
            </p:grpSpPr>
            <p:grpSp>
              <p:nvGrpSpPr>
                <p:cNvPr id="245" name="Google Shape;245;p7"/>
                <p:cNvGrpSpPr/>
                <p:nvPr/>
              </p:nvGrpSpPr>
              <p:grpSpPr>
                <a:xfrm>
                  <a:off x="6360273" y="-338456"/>
                  <a:ext cx="917499" cy="794671"/>
                  <a:chOff x="8022925" y="186250"/>
                  <a:chExt cx="815700" cy="706500"/>
                </a:xfrm>
              </p:grpSpPr>
              <p:sp>
                <p:nvSpPr>
                  <p:cNvPr id="246" name="Google Shape;246;p7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solidFill>
                    <a:srgbClr val="AFE0D9">
                      <a:alpha val="59490"/>
                    </a:srgb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247" name="Google Shape;247;p7"/>
                  <p:cNvSpPr/>
                  <p:nvPr/>
                </p:nvSpPr>
                <p:spPr>
                  <a:xfrm>
                    <a:off x="8169420" y="313166"/>
                    <a:ext cx="522900" cy="4527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l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grpSp>
              <p:nvGrpSpPr>
                <p:cNvPr id="248" name="Google Shape;248;p7"/>
                <p:cNvGrpSpPr/>
                <p:nvPr/>
              </p:nvGrpSpPr>
              <p:grpSpPr>
                <a:xfrm>
                  <a:off x="5548840" y="-8756"/>
                  <a:ext cx="587793" cy="509104"/>
                  <a:chOff x="8022925" y="186250"/>
                  <a:chExt cx="815700" cy="706500"/>
                </a:xfrm>
              </p:grpSpPr>
              <p:sp>
                <p:nvSpPr>
                  <p:cNvPr id="249" name="Google Shape;249;p7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250" name="Google Shape;250;p7"/>
                  <p:cNvSpPr/>
                  <p:nvPr/>
                </p:nvSpPr>
                <p:spPr>
                  <a:xfrm>
                    <a:off x="8114217" y="265360"/>
                    <a:ext cx="633300" cy="5484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grpSp>
              <p:nvGrpSpPr>
                <p:cNvPr id="251" name="Google Shape;251;p7"/>
                <p:cNvGrpSpPr/>
                <p:nvPr/>
              </p:nvGrpSpPr>
              <p:grpSpPr>
                <a:xfrm>
                  <a:off x="6089765" y="600244"/>
                  <a:ext cx="587793" cy="509104"/>
                  <a:chOff x="8022925" y="186250"/>
                  <a:chExt cx="815700" cy="706500"/>
                </a:xfrm>
              </p:grpSpPr>
              <p:sp>
                <p:nvSpPr>
                  <p:cNvPr id="252" name="Google Shape;252;p7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253" name="Google Shape;253;p7"/>
                  <p:cNvSpPr/>
                  <p:nvPr/>
                </p:nvSpPr>
                <p:spPr>
                  <a:xfrm>
                    <a:off x="8213302" y="351156"/>
                    <a:ext cx="435000" cy="3768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sp>
              <p:nvSpPr>
                <p:cNvPr id="254" name="Google Shape;254;p7"/>
                <p:cNvSpPr/>
                <p:nvPr/>
              </p:nvSpPr>
              <p:spPr>
                <a:xfrm>
                  <a:off x="6499238" y="552125"/>
                  <a:ext cx="102300" cy="1023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55" name="Google Shape;255;p7"/>
                <p:cNvSpPr/>
                <p:nvPr/>
              </p:nvSpPr>
              <p:spPr>
                <a:xfrm>
                  <a:off x="7461852" y="112753"/>
                  <a:ext cx="307200" cy="2661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cxnSp>
              <p:nvCxnSpPr>
                <p:cNvPr id="256" name="Google Shape;256;p7"/>
                <p:cNvCxnSpPr/>
                <p:nvPr/>
              </p:nvCxnSpPr>
              <p:spPr>
                <a:xfrm>
                  <a:off x="5404368" y="355166"/>
                  <a:ext cx="285600" cy="501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7" name="Google Shape;257;p7"/>
                <p:cNvCxnSpPr>
                  <a:stCxn id="252" idx="3"/>
                </p:cNvCxnSpPr>
                <p:nvPr/>
              </p:nvCxnSpPr>
              <p:spPr>
                <a:xfrm rot="10800000">
                  <a:off x="5686565" y="854796"/>
                  <a:ext cx="4032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8" name="Google Shape;258;p7"/>
                <p:cNvCxnSpPr>
                  <a:stCxn id="249" idx="0"/>
                </p:cNvCxnSpPr>
                <p:nvPr/>
              </p:nvCxnSpPr>
              <p:spPr>
                <a:xfrm>
                  <a:off x="6136634" y="245796"/>
                  <a:ext cx="1545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9" name="Google Shape;259;p7"/>
                <p:cNvCxnSpPr>
                  <a:stCxn id="246" idx="3"/>
                </p:cNvCxnSpPr>
                <p:nvPr/>
              </p:nvCxnSpPr>
              <p:spPr>
                <a:xfrm flipH="1">
                  <a:off x="6287073" y="58880"/>
                  <a:ext cx="73200" cy="187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0" name="Google Shape;260;p7"/>
                <p:cNvCxnSpPr>
                  <a:stCxn id="252" idx="1"/>
                </p:cNvCxnSpPr>
                <p:nvPr/>
              </p:nvCxnSpPr>
              <p:spPr>
                <a:xfrm>
                  <a:off x="6550283" y="1109348"/>
                  <a:ext cx="226200" cy="3918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61" name="Google Shape;261;p7"/>
                <p:cNvSpPr/>
                <p:nvPr/>
              </p:nvSpPr>
              <p:spPr>
                <a:xfrm>
                  <a:off x="6736425" y="1462725"/>
                  <a:ext cx="78600" cy="78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cxnSp>
              <p:nvCxnSpPr>
                <p:cNvPr id="262" name="Google Shape;262;p7"/>
                <p:cNvCxnSpPr>
                  <a:stCxn id="246" idx="5"/>
                </p:cNvCxnSpPr>
                <p:nvPr/>
              </p:nvCxnSpPr>
              <p:spPr>
                <a:xfrm flipH="1" rot="10800000">
                  <a:off x="7079105" y="-816055"/>
                  <a:ext cx="275700" cy="477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63" name="Google Shape;263;p7"/>
                <p:cNvSpPr/>
                <p:nvPr/>
              </p:nvSpPr>
              <p:spPr>
                <a:xfrm>
                  <a:off x="7315575" y="-851325"/>
                  <a:ext cx="78600" cy="78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64" name="Google Shape;264;p7"/>
                <p:cNvSpPr/>
                <p:nvPr/>
              </p:nvSpPr>
              <p:spPr>
                <a:xfrm>
                  <a:off x="6136627" y="1209253"/>
                  <a:ext cx="307200" cy="2661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265" name="Google Shape;265;p7"/>
              <p:cNvGrpSpPr/>
              <p:nvPr/>
            </p:nvGrpSpPr>
            <p:grpSpPr>
              <a:xfrm flipH="1">
                <a:off x="6586639" y="-215983"/>
                <a:ext cx="795389" cy="688979"/>
                <a:chOff x="8022925" y="186250"/>
                <a:chExt cx="815700" cy="706500"/>
              </a:xfrm>
            </p:grpSpPr>
            <p:sp>
              <p:nvSpPr>
                <p:cNvPr id="266" name="Google Shape;266;p7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67" name="Google Shape;267;p7"/>
                <p:cNvSpPr/>
                <p:nvPr/>
              </p:nvSpPr>
              <p:spPr>
                <a:xfrm>
                  <a:off x="8066182" y="223764"/>
                  <a:ext cx="729300" cy="631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68" name="Google Shape;268;p7"/>
                <p:cNvSpPr/>
                <p:nvPr/>
              </p:nvSpPr>
              <p:spPr>
                <a:xfrm>
                  <a:off x="8222718" y="359307"/>
                  <a:ext cx="416100" cy="3606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269" name="Google Shape;269;p7"/>
              <p:cNvCxnSpPr>
                <a:stCxn id="266" idx="3"/>
                <a:endCxn id="246" idx="0"/>
              </p:cNvCxnSpPr>
              <p:nvPr/>
            </p:nvCxnSpPr>
            <p:spPr>
              <a:xfrm>
                <a:off x="7382028" y="128506"/>
                <a:ext cx="4914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70" name="Google Shape;270;p7"/>
            <p:cNvGrpSpPr/>
            <p:nvPr/>
          </p:nvGrpSpPr>
          <p:grpSpPr>
            <a:xfrm flipH="1">
              <a:off x="8430769" y="3177041"/>
              <a:ext cx="1180258" cy="1390907"/>
              <a:chOff x="4046769" y="1482116"/>
              <a:chExt cx="1180258" cy="1390907"/>
            </a:xfrm>
          </p:grpSpPr>
          <p:grpSp>
            <p:nvGrpSpPr>
              <p:cNvPr id="271" name="Google Shape;271;p7"/>
              <p:cNvGrpSpPr/>
              <p:nvPr/>
            </p:nvGrpSpPr>
            <p:grpSpPr>
              <a:xfrm>
                <a:off x="4046769" y="1482116"/>
                <a:ext cx="1180258" cy="756167"/>
                <a:chOff x="4046769" y="1482116"/>
                <a:chExt cx="1180258" cy="756167"/>
              </a:xfrm>
            </p:grpSpPr>
            <p:grpSp>
              <p:nvGrpSpPr>
                <p:cNvPr id="272" name="Google Shape;272;p7"/>
                <p:cNvGrpSpPr/>
                <p:nvPr/>
              </p:nvGrpSpPr>
              <p:grpSpPr>
                <a:xfrm>
                  <a:off x="4046769" y="1482116"/>
                  <a:ext cx="873044" cy="756167"/>
                  <a:chOff x="8022925" y="186250"/>
                  <a:chExt cx="815700" cy="706500"/>
                </a:xfrm>
              </p:grpSpPr>
              <p:sp>
                <p:nvSpPr>
                  <p:cNvPr id="273" name="Google Shape;273;p7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l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274" name="Google Shape;274;p7"/>
                  <p:cNvSpPr/>
                  <p:nvPr/>
                </p:nvSpPr>
                <p:spPr>
                  <a:xfrm>
                    <a:off x="8133718" y="282237"/>
                    <a:ext cx="594300" cy="514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275" name="Google Shape;275;p7"/>
                  <p:cNvSpPr/>
                  <p:nvPr/>
                </p:nvSpPr>
                <p:spPr>
                  <a:xfrm>
                    <a:off x="8240438" y="374705"/>
                    <a:ext cx="380700" cy="3297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sp>
              <p:nvSpPr>
                <p:cNvPr id="276" name="Google Shape;276;p7"/>
                <p:cNvSpPr/>
                <p:nvPr/>
              </p:nvSpPr>
              <p:spPr>
                <a:xfrm>
                  <a:off x="4919827" y="1953578"/>
                  <a:ext cx="307200" cy="2661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77" name="Google Shape;277;p7"/>
                <p:cNvSpPr/>
                <p:nvPr/>
              </p:nvSpPr>
              <p:spPr>
                <a:xfrm>
                  <a:off x="4981813" y="1541325"/>
                  <a:ext cx="102300" cy="1023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278" name="Google Shape;278;p7"/>
              <p:cNvCxnSpPr>
                <a:stCxn id="273" idx="1"/>
                <a:endCxn id="279" idx="0"/>
              </p:cNvCxnSpPr>
              <p:nvPr/>
            </p:nvCxnSpPr>
            <p:spPr>
              <a:xfrm>
                <a:off x="4730771" y="2238282"/>
                <a:ext cx="172800" cy="13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79" name="Google Shape;279;p7"/>
              <p:cNvSpPr/>
              <p:nvPr/>
            </p:nvSpPr>
            <p:spPr>
              <a:xfrm rot="-5400000">
                <a:off x="4653574" y="2406673"/>
                <a:ext cx="499800" cy="4329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80" name="Google Shape;280;p7"/>
              <p:cNvSpPr/>
              <p:nvPr/>
            </p:nvSpPr>
            <p:spPr>
              <a:xfrm rot="-5400000">
                <a:off x="4704500" y="2450622"/>
                <a:ext cx="398100" cy="3450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281" name="Google Shape;281;p7"/>
            <p:cNvGrpSpPr/>
            <p:nvPr/>
          </p:nvGrpSpPr>
          <p:grpSpPr>
            <a:xfrm flipH="1" rot="10800000">
              <a:off x="36670" y="3291158"/>
              <a:ext cx="1023526" cy="1727025"/>
              <a:chOff x="-5" y="2300632"/>
              <a:chExt cx="1023526" cy="1727025"/>
            </a:xfrm>
          </p:grpSpPr>
          <p:grpSp>
            <p:nvGrpSpPr>
              <p:cNvPr id="282" name="Google Shape;282;p7"/>
              <p:cNvGrpSpPr/>
              <p:nvPr/>
            </p:nvGrpSpPr>
            <p:grpSpPr>
              <a:xfrm rot="5400000">
                <a:off x="-417172" y="2717800"/>
                <a:ext cx="1413385" cy="579050"/>
                <a:chOff x="2195315" y="2002175"/>
                <a:chExt cx="1413385" cy="579050"/>
              </a:xfrm>
            </p:grpSpPr>
            <p:grpSp>
              <p:nvGrpSpPr>
                <p:cNvPr id="283" name="Google Shape;283;p7"/>
                <p:cNvGrpSpPr/>
                <p:nvPr/>
              </p:nvGrpSpPr>
              <p:grpSpPr>
                <a:xfrm rot="10800000">
                  <a:off x="2273907" y="2024002"/>
                  <a:ext cx="587793" cy="509104"/>
                  <a:chOff x="8022925" y="186250"/>
                  <a:chExt cx="815700" cy="706500"/>
                </a:xfrm>
              </p:grpSpPr>
              <p:sp>
                <p:nvSpPr>
                  <p:cNvPr id="284" name="Google Shape;284;p7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285" name="Google Shape;285;p7"/>
                  <p:cNvSpPr/>
                  <p:nvPr/>
                </p:nvSpPr>
                <p:spPr>
                  <a:xfrm>
                    <a:off x="8213302" y="351156"/>
                    <a:ext cx="435000" cy="3768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sp>
              <p:nvSpPr>
                <p:cNvPr id="286" name="Google Shape;286;p7"/>
                <p:cNvSpPr/>
                <p:nvPr/>
              </p:nvSpPr>
              <p:spPr>
                <a:xfrm rot="10800000">
                  <a:off x="2349928" y="2478925"/>
                  <a:ext cx="102300" cy="1023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cxnSp>
              <p:nvCxnSpPr>
                <p:cNvPr id="287" name="Google Shape;287;p7"/>
                <p:cNvCxnSpPr>
                  <a:stCxn id="284" idx="3"/>
                  <a:endCxn id="288" idx="0"/>
                </p:cNvCxnSpPr>
                <p:nvPr/>
              </p:nvCxnSpPr>
              <p:spPr>
                <a:xfrm rot="10800000">
                  <a:off x="3235200" y="1905054"/>
                  <a:ext cx="0" cy="74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89" name="Google Shape;289;p7"/>
                <p:cNvSpPr/>
                <p:nvPr/>
              </p:nvSpPr>
              <p:spPr>
                <a:xfrm rot="10800000">
                  <a:off x="2195315" y="2002175"/>
                  <a:ext cx="78600" cy="78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288" name="Google Shape;288;p7"/>
              <p:cNvSpPr/>
              <p:nvPr/>
            </p:nvSpPr>
            <p:spPr>
              <a:xfrm rot="-5400000">
                <a:off x="145946" y="3735157"/>
                <a:ext cx="313500" cy="2715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90" name="Google Shape;290;p7"/>
              <p:cNvSpPr/>
              <p:nvPr/>
            </p:nvSpPr>
            <p:spPr>
              <a:xfrm rot="-5400000">
                <a:off x="731021" y="2321632"/>
                <a:ext cx="313500" cy="2715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" name="Google Shape;292;p8"/>
          <p:cNvGrpSpPr/>
          <p:nvPr/>
        </p:nvGrpSpPr>
        <p:grpSpPr>
          <a:xfrm>
            <a:off x="73538" y="-321084"/>
            <a:ext cx="9450138" cy="6177334"/>
            <a:chOff x="73538" y="-321084"/>
            <a:chExt cx="9450138" cy="6177334"/>
          </a:xfrm>
        </p:grpSpPr>
        <p:grpSp>
          <p:nvGrpSpPr>
            <p:cNvPr id="293" name="Google Shape;293;p8"/>
            <p:cNvGrpSpPr/>
            <p:nvPr/>
          </p:nvGrpSpPr>
          <p:grpSpPr>
            <a:xfrm flipH="1" rot="10800000">
              <a:off x="73538" y="-283763"/>
              <a:ext cx="1835863" cy="1646533"/>
              <a:chOff x="8352175" y="-274150"/>
              <a:chExt cx="1835863" cy="1646533"/>
            </a:xfrm>
          </p:grpSpPr>
          <p:grpSp>
            <p:nvGrpSpPr>
              <p:cNvPr id="294" name="Google Shape;294;p8"/>
              <p:cNvGrpSpPr/>
              <p:nvPr/>
            </p:nvGrpSpPr>
            <p:grpSpPr>
              <a:xfrm>
                <a:off x="9314994" y="616216"/>
                <a:ext cx="873044" cy="756167"/>
                <a:chOff x="8022925" y="186250"/>
                <a:chExt cx="815700" cy="706500"/>
              </a:xfrm>
            </p:grpSpPr>
            <p:sp>
              <p:nvSpPr>
                <p:cNvPr id="295" name="Google Shape;295;p8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6" name="Google Shape;296;p8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7" name="Google Shape;297;p8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298" name="Google Shape;298;p8"/>
              <p:cNvSpPr/>
              <p:nvPr/>
            </p:nvSpPr>
            <p:spPr>
              <a:xfrm>
                <a:off x="8383126" y="-206726"/>
                <a:ext cx="457200" cy="3960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99" name="Google Shape;299;p8"/>
              <p:cNvSpPr/>
              <p:nvPr/>
            </p:nvSpPr>
            <p:spPr>
              <a:xfrm>
                <a:off x="9118688" y="590550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300" name="Google Shape;300;p8"/>
              <p:cNvGrpSpPr/>
              <p:nvPr/>
            </p:nvGrpSpPr>
            <p:grpSpPr>
              <a:xfrm>
                <a:off x="8408775" y="-274150"/>
                <a:ext cx="906219" cy="1300800"/>
                <a:chOff x="6860600" y="1707050"/>
                <a:chExt cx="906219" cy="1300800"/>
              </a:xfrm>
            </p:grpSpPr>
            <p:grpSp>
              <p:nvGrpSpPr>
                <p:cNvPr id="301" name="Google Shape;301;p8"/>
                <p:cNvGrpSpPr/>
                <p:nvPr/>
              </p:nvGrpSpPr>
              <p:grpSpPr>
                <a:xfrm>
                  <a:off x="6860600" y="2285500"/>
                  <a:ext cx="906219" cy="722350"/>
                  <a:chOff x="6860600" y="2285500"/>
                  <a:chExt cx="906219" cy="722350"/>
                </a:xfrm>
              </p:grpSpPr>
              <p:cxnSp>
                <p:nvCxnSpPr>
                  <p:cNvPr id="302" name="Google Shape;302;p8"/>
                  <p:cNvCxnSpPr>
                    <a:stCxn id="295" idx="3"/>
                  </p:cNvCxnSpPr>
                  <p:nvPr/>
                </p:nvCxnSpPr>
                <p:spPr>
                  <a:xfrm rot="10800000">
                    <a:off x="7612919" y="2975499"/>
                    <a:ext cx="1539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303" name="Google Shape;303;p8"/>
                  <p:cNvGrpSpPr/>
                  <p:nvPr/>
                </p:nvGrpSpPr>
                <p:grpSpPr>
                  <a:xfrm>
                    <a:off x="6860600" y="2285500"/>
                    <a:ext cx="755625" cy="690000"/>
                    <a:chOff x="6860600" y="2285500"/>
                    <a:chExt cx="755625" cy="690000"/>
                  </a:xfrm>
                </p:grpSpPr>
                <p:cxnSp>
                  <p:nvCxnSpPr>
                    <p:cNvPr id="304" name="Google Shape;304;p8"/>
                    <p:cNvCxnSpPr/>
                    <p:nvPr/>
                  </p:nvCxnSpPr>
                  <p:spPr>
                    <a:xfrm rot="10800000">
                      <a:off x="7262825" y="2285500"/>
                      <a:ext cx="353400" cy="6900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305" name="Google Shape;305;p8"/>
                    <p:cNvCxnSpPr/>
                    <p:nvPr/>
                  </p:nvCxnSpPr>
                  <p:spPr>
                    <a:xfrm rot="10800000">
                      <a:off x="6860600" y="2289200"/>
                      <a:ext cx="40590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sp>
                <p:nvSpPr>
                  <p:cNvPr id="306" name="Google Shape;306;p8"/>
                  <p:cNvSpPr/>
                  <p:nvPr/>
                </p:nvSpPr>
                <p:spPr>
                  <a:xfrm>
                    <a:off x="7584350" y="2943050"/>
                    <a:ext cx="64800" cy="648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307" name="Google Shape;307;p8"/>
                <p:cNvCxnSpPr/>
                <p:nvPr/>
              </p:nvCxnSpPr>
              <p:spPr>
                <a:xfrm flipH="1" rot="10800000">
                  <a:off x="7261350" y="1744525"/>
                  <a:ext cx="315600" cy="546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08" name="Google Shape;308;p8"/>
                <p:cNvSpPr/>
                <p:nvPr/>
              </p:nvSpPr>
              <p:spPr>
                <a:xfrm>
                  <a:off x="7545125" y="1707050"/>
                  <a:ext cx="73500" cy="73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309" name="Google Shape;309;p8"/>
              <p:cNvSpPr/>
              <p:nvPr/>
            </p:nvSpPr>
            <p:spPr>
              <a:xfrm>
                <a:off x="8352175" y="26867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10" name="Google Shape;310;p8"/>
              <p:cNvSpPr/>
              <p:nvPr/>
            </p:nvSpPr>
            <p:spPr>
              <a:xfrm>
                <a:off x="8504977" y="426753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11" name="Google Shape;311;p8"/>
            <p:cNvGrpSpPr/>
            <p:nvPr/>
          </p:nvGrpSpPr>
          <p:grpSpPr>
            <a:xfrm>
              <a:off x="7573915" y="3604191"/>
              <a:ext cx="1949760" cy="2252059"/>
              <a:chOff x="7573915" y="3604191"/>
              <a:chExt cx="1949760" cy="2252059"/>
            </a:xfrm>
          </p:grpSpPr>
          <p:grpSp>
            <p:nvGrpSpPr>
              <p:cNvPr id="312" name="Google Shape;312;p8"/>
              <p:cNvGrpSpPr/>
              <p:nvPr/>
            </p:nvGrpSpPr>
            <p:grpSpPr>
              <a:xfrm>
                <a:off x="7573915" y="3604191"/>
                <a:ext cx="1949760" cy="2252059"/>
                <a:chOff x="1557290" y="1732616"/>
                <a:chExt cx="1949760" cy="2252059"/>
              </a:xfrm>
            </p:grpSpPr>
            <p:grpSp>
              <p:nvGrpSpPr>
                <p:cNvPr id="313" name="Google Shape;313;p8"/>
                <p:cNvGrpSpPr/>
                <p:nvPr/>
              </p:nvGrpSpPr>
              <p:grpSpPr>
                <a:xfrm>
                  <a:off x="2516057" y="1732616"/>
                  <a:ext cx="990993" cy="848609"/>
                  <a:chOff x="2516057" y="1732616"/>
                  <a:chExt cx="990993" cy="848609"/>
                </a:xfrm>
              </p:grpSpPr>
              <p:grpSp>
                <p:nvGrpSpPr>
                  <p:cNvPr id="314" name="Google Shape;314;p8"/>
                  <p:cNvGrpSpPr/>
                  <p:nvPr/>
                </p:nvGrpSpPr>
                <p:grpSpPr>
                  <a:xfrm rot="10800000">
                    <a:off x="2516057" y="2024002"/>
                    <a:ext cx="587793" cy="509104"/>
                    <a:chOff x="7686886" y="186250"/>
                    <a:chExt cx="815700" cy="706500"/>
                  </a:xfrm>
                </p:grpSpPr>
                <p:sp>
                  <p:nvSpPr>
                    <p:cNvPr id="315" name="Google Shape;315;p8"/>
                    <p:cNvSpPr/>
                    <p:nvPr/>
                  </p:nvSpPr>
                  <p:spPr>
                    <a:xfrm>
                      <a:off x="7686886" y="186250"/>
                      <a:ext cx="815700" cy="7065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316" name="Google Shape;316;p8"/>
                    <p:cNvSpPr/>
                    <p:nvPr/>
                  </p:nvSpPr>
                  <p:spPr>
                    <a:xfrm>
                      <a:off x="7877263" y="351156"/>
                      <a:ext cx="435000" cy="3768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</p:grpSp>
              <p:sp>
                <p:nvSpPr>
                  <p:cNvPr id="317" name="Google Shape;317;p8"/>
                  <p:cNvSpPr/>
                  <p:nvPr/>
                </p:nvSpPr>
                <p:spPr>
                  <a:xfrm rot="10800000">
                    <a:off x="2592078" y="2478925"/>
                    <a:ext cx="102300" cy="1023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cxnSp>
                <p:nvCxnSpPr>
                  <p:cNvPr id="318" name="Google Shape;318;p8"/>
                  <p:cNvCxnSpPr>
                    <a:stCxn id="315" idx="3"/>
                  </p:cNvCxnSpPr>
                  <p:nvPr/>
                </p:nvCxnSpPr>
                <p:spPr>
                  <a:xfrm>
                    <a:off x="3103850" y="2278554"/>
                    <a:ext cx="4032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319" name="Google Shape;319;p8"/>
                  <p:cNvCxnSpPr>
                    <a:stCxn id="315" idx="2"/>
                    <a:endCxn id="320" idx="6"/>
                  </p:cNvCxnSpPr>
                  <p:nvPr/>
                </p:nvCxnSpPr>
                <p:spPr>
                  <a:xfrm flipH="1" rot="10800000">
                    <a:off x="2976574" y="1820302"/>
                    <a:ext cx="95400" cy="2037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320" name="Google Shape;320;p8"/>
                  <p:cNvSpPr/>
                  <p:nvPr/>
                </p:nvSpPr>
                <p:spPr>
                  <a:xfrm rot="7199335">
                    <a:off x="3052346" y="1747002"/>
                    <a:ext cx="78626" cy="78626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grpSp>
              <p:nvGrpSpPr>
                <p:cNvPr id="321" name="Google Shape;321;p8"/>
                <p:cNvGrpSpPr/>
                <p:nvPr/>
              </p:nvGrpSpPr>
              <p:grpSpPr>
                <a:xfrm>
                  <a:off x="1557290" y="2633002"/>
                  <a:ext cx="1845335" cy="1351673"/>
                  <a:chOff x="1557290" y="2633002"/>
                  <a:chExt cx="1845335" cy="1351673"/>
                </a:xfrm>
              </p:grpSpPr>
              <p:grpSp>
                <p:nvGrpSpPr>
                  <p:cNvPr id="322" name="Google Shape;322;p8"/>
                  <p:cNvGrpSpPr/>
                  <p:nvPr/>
                </p:nvGrpSpPr>
                <p:grpSpPr>
                  <a:xfrm rot="10800000">
                    <a:off x="1711513" y="2709892"/>
                    <a:ext cx="841913" cy="729208"/>
                    <a:chOff x="8056501" y="215327"/>
                    <a:chExt cx="748500" cy="648300"/>
                  </a:xfrm>
                </p:grpSpPr>
                <p:sp>
                  <p:nvSpPr>
                    <p:cNvPr id="323" name="Google Shape;323;p8"/>
                    <p:cNvSpPr/>
                    <p:nvPr/>
                  </p:nvSpPr>
                  <p:spPr>
                    <a:xfrm>
                      <a:off x="8056501" y="215327"/>
                      <a:ext cx="748500" cy="6483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solidFill>
                      <a:srgbClr val="AFE0D9">
                        <a:alpha val="59490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324" name="Google Shape;324;p8"/>
                    <p:cNvSpPr/>
                    <p:nvPr/>
                  </p:nvSpPr>
                  <p:spPr>
                    <a:xfrm>
                      <a:off x="8169420" y="313166"/>
                      <a:ext cx="522900" cy="4527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</p:grpSp>
              <p:grpSp>
                <p:nvGrpSpPr>
                  <p:cNvPr id="325" name="Google Shape;325;p8"/>
                  <p:cNvGrpSpPr/>
                  <p:nvPr/>
                </p:nvGrpSpPr>
                <p:grpSpPr>
                  <a:xfrm rot="10800000">
                    <a:off x="2814832" y="2633002"/>
                    <a:ext cx="587793" cy="509104"/>
                    <a:chOff x="8022925" y="186250"/>
                    <a:chExt cx="815700" cy="706500"/>
                  </a:xfrm>
                </p:grpSpPr>
                <p:sp>
                  <p:nvSpPr>
                    <p:cNvPr id="326" name="Google Shape;326;p8"/>
                    <p:cNvSpPr/>
                    <p:nvPr/>
                  </p:nvSpPr>
                  <p:spPr>
                    <a:xfrm>
                      <a:off x="8022925" y="186250"/>
                      <a:ext cx="815700" cy="7065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327" name="Google Shape;327;p8"/>
                    <p:cNvSpPr/>
                    <p:nvPr/>
                  </p:nvSpPr>
                  <p:spPr>
                    <a:xfrm>
                      <a:off x="8114217" y="265360"/>
                      <a:ext cx="633300" cy="5484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</p:grpSp>
              <p:cxnSp>
                <p:nvCxnSpPr>
                  <p:cNvPr id="328" name="Google Shape;328;p8"/>
                  <p:cNvCxnSpPr>
                    <a:stCxn id="326" idx="0"/>
                  </p:cNvCxnSpPr>
                  <p:nvPr/>
                </p:nvCxnSpPr>
                <p:spPr>
                  <a:xfrm rot="10800000">
                    <a:off x="2660332" y="2887554"/>
                    <a:ext cx="1545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329" name="Google Shape;329;p8"/>
                  <p:cNvCxnSpPr>
                    <a:stCxn id="323" idx="3"/>
                  </p:cNvCxnSpPr>
                  <p:nvPr/>
                </p:nvCxnSpPr>
                <p:spPr>
                  <a:xfrm flipH="1" rot="10800000">
                    <a:off x="2553425" y="2886696"/>
                    <a:ext cx="108900" cy="1878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330" name="Google Shape;330;p8"/>
                  <p:cNvCxnSpPr>
                    <a:stCxn id="323" idx="5"/>
                  </p:cNvCxnSpPr>
                  <p:nvPr/>
                </p:nvCxnSpPr>
                <p:spPr>
                  <a:xfrm flipH="1">
                    <a:off x="1618115" y="3439099"/>
                    <a:ext cx="275700" cy="4776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331" name="Google Shape;331;p8"/>
                  <p:cNvSpPr/>
                  <p:nvPr/>
                </p:nvSpPr>
                <p:spPr>
                  <a:xfrm rot="10800000">
                    <a:off x="1557290" y="3906075"/>
                    <a:ext cx="78600" cy="786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</p:grpSp>
          <p:sp>
            <p:nvSpPr>
              <p:cNvPr id="332" name="Google Shape;332;p8"/>
              <p:cNvSpPr/>
              <p:nvPr/>
            </p:nvSpPr>
            <p:spPr>
              <a:xfrm rot="10800000">
                <a:off x="8650576" y="4730950"/>
                <a:ext cx="54600" cy="54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33" name="Google Shape;333;p8"/>
            <p:cNvGrpSpPr/>
            <p:nvPr/>
          </p:nvGrpSpPr>
          <p:grpSpPr>
            <a:xfrm>
              <a:off x="3949071" y="4578504"/>
              <a:ext cx="1245819" cy="1079037"/>
              <a:chOff x="8022925" y="186250"/>
              <a:chExt cx="815700" cy="706500"/>
            </a:xfrm>
          </p:grpSpPr>
          <p:sp>
            <p:nvSpPr>
              <p:cNvPr id="334" name="Google Shape;334;p8"/>
              <p:cNvSpPr/>
              <p:nvPr/>
            </p:nvSpPr>
            <p:spPr>
              <a:xfrm>
                <a:off x="8022925" y="186250"/>
                <a:ext cx="815700" cy="7065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5" name="Google Shape;335;p8"/>
              <p:cNvSpPr/>
              <p:nvPr/>
            </p:nvSpPr>
            <p:spPr>
              <a:xfrm>
                <a:off x="8066182" y="223764"/>
                <a:ext cx="729300" cy="6315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6" name="Google Shape;336;p8"/>
              <p:cNvSpPr/>
              <p:nvPr/>
            </p:nvSpPr>
            <p:spPr>
              <a:xfrm>
                <a:off x="8194799" y="335187"/>
                <a:ext cx="471900" cy="4086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37" name="Google Shape;337;p8"/>
            <p:cNvGrpSpPr/>
            <p:nvPr/>
          </p:nvGrpSpPr>
          <p:grpSpPr>
            <a:xfrm>
              <a:off x="6487988" y="-321084"/>
              <a:ext cx="1514976" cy="1058593"/>
              <a:chOff x="6487988" y="-321084"/>
              <a:chExt cx="1514976" cy="1058593"/>
            </a:xfrm>
          </p:grpSpPr>
          <p:grpSp>
            <p:nvGrpSpPr>
              <p:cNvPr id="338" name="Google Shape;338;p8"/>
              <p:cNvGrpSpPr/>
              <p:nvPr/>
            </p:nvGrpSpPr>
            <p:grpSpPr>
              <a:xfrm>
                <a:off x="6809206" y="-321084"/>
                <a:ext cx="873044" cy="756167"/>
                <a:chOff x="8022925" y="186250"/>
                <a:chExt cx="815700" cy="706500"/>
              </a:xfrm>
            </p:grpSpPr>
            <p:sp>
              <p:nvSpPr>
                <p:cNvPr id="339" name="Google Shape;339;p8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40" name="Google Shape;340;p8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41" name="Google Shape;341;p8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342" name="Google Shape;342;p8"/>
              <p:cNvGrpSpPr/>
              <p:nvPr/>
            </p:nvGrpSpPr>
            <p:grpSpPr>
              <a:xfrm flipH="1" rot="10800000">
                <a:off x="6487988" y="89717"/>
                <a:ext cx="1514976" cy="647792"/>
                <a:chOff x="7297201" y="45061"/>
                <a:chExt cx="1514976" cy="647792"/>
              </a:xfrm>
            </p:grpSpPr>
            <p:sp>
              <p:nvSpPr>
                <p:cNvPr id="343" name="Google Shape;343;p8"/>
                <p:cNvSpPr/>
                <p:nvPr/>
              </p:nvSpPr>
              <p:spPr>
                <a:xfrm>
                  <a:off x="7297201" y="45061"/>
                  <a:ext cx="457200" cy="3960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44" name="Google Shape;344;p8"/>
                <p:cNvSpPr/>
                <p:nvPr/>
              </p:nvSpPr>
              <p:spPr>
                <a:xfrm>
                  <a:off x="8047438" y="191925"/>
                  <a:ext cx="102300" cy="1023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45" name="Google Shape;345;p8"/>
                <p:cNvSpPr/>
                <p:nvPr/>
              </p:nvSpPr>
              <p:spPr>
                <a:xfrm>
                  <a:off x="8504977" y="426753"/>
                  <a:ext cx="307200" cy="2661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</p:grpSp>
      </p:grpSp>
      <p:sp>
        <p:nvSpPr>
          <p:cNvPr id="346" name="Google Shape;346;p8"/>
          <p:cNvSpPr/>
          <p:nvPr>
            <p:ph idx="2" type="pic"/>
          </p:nvPr>
        </p:nvSpPr>
        <p:spPr>
          <a:xfrm>
            <a:off x="713225" y="785250"/>
            <a:ext cx="2870400" cy="3573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8"/>
          <p:cNvSpPr txBox="1"/>
          <p:nvPr>
            <p:ph type="title"/>
          </p:nvPr>
        </p:nvSpPr>
        <p:spPr>
          <a:xfrm>
            <a:off x="4416775" y="3641174"/>
            <a:ext cx="40140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48" name="Google Shape;348;p8"/>
          <p:cNvSpPr txBox="1"/>
          <p:nvPr>
            <p:ph idx="1" type="subTitle"/>
          </p:nvPr>
        </p:nvSpPr>
        <p:spPr>
          <a:xfrm>
            <a:off x="4416775" y="978250"/>
            <a:ext cx="4014000" cy="27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9"/>
          <p:cNvSpPr/>
          <p:nvPr>
            <p:ph idx="2" type="pic"/>
          </p:nvPr>
        </p:nvSpPr>
        <p:spPr>
          <a:xfrm>
            <a:off x="2072100" y="2450675"/>
            <a:ext cx="4999800" cy="2157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p9"/>
          <p:cNvSpPr txBox="1"/>
          <p:nvPr>
            <p:ph hasCustomPrompt="1" type="title"/>
          </p:nvPr>
        </p:nvSpPr>
        <p:spPr>
          <a:xfrm>
            <a:off x="1982725" y="824100"/>
            <a:ext cx="5178600" cy="103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60960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Char char="●"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Char char="○"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Char char="■"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Char char="●"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Char char="○"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Char char="■"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Char char="●"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Char char="○"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Char char="■"/>
              <a:defRPr sz="9600"/>
            </a:lvl9pPr>
          </a:lstStyle>
          <a:p>
            <a:r>
              <a:t>xx%</a:t>
            </a:r>
          </a:p>
        </p:txBody>
      </p:sp>
      <p:sp>
        <p:nvSpPr>
          <p:cNvPr id="352" name="Google Shape;352;p9"/>
          <p:cNvSpPr txBox="1"/>
          <p:nvPr>
            <p:ph idx="1" type="subTitle"/>
          </p:nvPr>
        </p:nvSpPr>
        <p:spPr>
          <a:xfrm>
            <a:off x="1982725" y="1836826"/>
            <a:ext cx="51786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353" name="Google Shape;353;p9"/>
          <p:cNvGrpSpPr/>
          <p:nvPr/>
        </p:nvGrpSpPr>
        <p:grpSpPr>
          <a:xfrm>
            <a:off x="-834447" y="-1018100"/>
            <a:ext cx="10786585" cy="2946365"/>
            <a:chOff x="-834447" y="-1018100"/>
            <a:chExt cx="10786585" cy="2946365"/>
          </a:xfrm>
        </p:grpSpPr>
        <p:grpSp>
          <p:nvGrpSpPr>
            <p:cNvPr id="354" name="Google Shape;354;p9"/>
            <p:cNvGrpSpPr/>
            <p:nvPr/>
          </p:nvGrpSpPr>
          <p:grpSpPr>
            <a:xfrm flipH="1">
              <a:off x="6534334" y="-1018100"/>
              <a:ext cx="3417803" cy="2444748"/>
              <a:chOff x="5222059" y="1707050"/>
              <a:chExt cx="3417803" cy="2444748"/>
            </a:xfrm>
          </p:grpSpPr>
          <p:grpSp>
            <p:nvGrpSpPr>
              <p:cNvPr id="355" name="Google Shape;355;p9"/>
              <p:cNvGrpSpPr/>
              <p:nvPr/>
            </p:nvGrpSpPr>
            <p:grpSpPr>
              <a:xfrm>
                <a:off x="6230684" y="2436004"/>
                <a:ext cx="1245819" cy="1079037"/>
                <a:chOff x="8022925" y="186250"/>
                <a:chExt cx="815700" cy="706500"/>
              </a:xfrm>
            </p:grpSpPr>
            <p:sp>
              <p:nvSpPr>
                <p:cNvPr id="356" name="Google Shape;356;p9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57" name="Google Shape;357;p9"/>
                <p:cNvSpPr/>
                <p:nvPr/>
              </p:nvSpPr>
              <p:spPr>
                <a:xfrm>
                  <a:off x="8066182" y="223764"/>
                  <a:ext cx="729300" cy="631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58" name="Google Shape;358;p9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359" name="Google Shape;359;p9"/>
              <p:cNvGrpSpPr/>
              <p:nvPr/>
            </p:nvGrpSpPr>
            <p:grpSpPr>
              <a:xfrm>
                <a:off x="5222059" y="3089020"/>
                <a:ext cx="1008613" cy="873587"/>
                <a:chOff x="8022925" y="186250"/>
                <a:chExt cx="815700" cy="706500"/>
              </a:xfrm>
            </p:grpSpPr>
            <p:sp>
              <p:nvSpPr>
                <p:cNvPr id="360" name="Google Shape;360;p9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61" name="Google Shape;361;p9"/>
                <p:cNvSpPr/>
                <p:nvPr/>
              </p:nvSpPr>
              <p:spPr>
                <a:xfrm>
                  <a:off x="8066182" y="223764"/>
                  <a:ext cx="729300" cy="631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362" name="Google Shape;362;p9"/>
              <p:cNvGrpSpPr/>
              <p:nvPr/>
            </p:nvGrpSpPr>
            <p:grpSpPr>
              <a:xfrm>
                <a:off x="6286990" y="3642694"/>
                <a:ext cx="587793" cy="509104"/>
                <a:chOff x="8022925" y="186250"/>
                <a:chExt cx="815700" cy="706500"/>
              </a:xfrm>
            </p:grpSpPr>
            <p:sp>
              <p:nvSpPr>
                <p:cNvPr id="363" name="Google Shape;363;p9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64" name="Google Shape;364;p9"/>
                <p:cNvSpPr/>
                <p:nvPr/>
              </p:nvSpPr>
              <p:spPr>
                <a:xfrm>
                  <a:off x="8114217" y="265360"/>
                  <a:ext cx="633300" cy="5484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365" name="Google Shape;365;p9"/>
              <p:cNvSpPr/>
              <p:nvPr/>
            </p:nvSpPr>
            <p:spPr>
              <a:xfrm>
                <a:off x="6178600" y="292442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366" name="Google Shape;366;p9"/>
              <p:cNvGrpSpPr/>
              <p:nvPr/>
            </p:nvGrpSpPr>
            <p:grpSpPr>
              <a:xfrm>
                <a:off x="7766819" y="2597416"/>
                <a:ext cx="873044" cy="756167"/>
                <a:chOff x="8022925" y="186250"/>
                <a:chExt cx="815700" cy="706500"/>
              </a:xfrm>
            </p:grpSpPr>
            <p:sp>
              <p:nvSpPr>
                <p:cNvPr id="367" name="Google Shape;367;p9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68" name="Google Shape;368;p9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69" name="Google Shape;369;p9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370" name="Google Shape;370;p9"/>
              <p:cNvSpPr/>
              <p:nvPr/>
            </p:nvSpPr>
            <p:spPr>
              <a:xfrm>
                <a:off x="7394176" y="3089024"/>
                <a:ext cx="457200" cy="3960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71" name="Google Shape;371;p9"/>
              <p:cNvSpPr/>
              <p:nvPr/>
            </p:nvSpPr>
            <p:spPr>
              <a:xfrm>
                <a:off x="7640363" y="275957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72" name="Google Shape;372;p9"/>
              <p:cNvSpPr/>
              <p:nvPr/>
            </p:nvSpPr>
            <p:spPr>
              <a:xfrm>
                <a:off x="7044827" y="3642703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373" name="Google Shape;373;p9"/>
              <p:cNvGrpSpPr/>
              <p:nvPr/>
            </p:nvGrpSpPr>
            <p:grpSpPr>
              <a:xfrm>
                <a:off x="6012275" y="1707050"/>
                <a:ext cx="1754544" cy="1381970"/>
                <a:chOff x="6012275" y="1707050"/>
                <a:chExt cx="1754544" cy="1381970"/>
              </a:xfrm>
            </p:grpSpPr>
            <p:grpSp>
              <p:nvGrpSpPr>
                <p:cNvPr id="374" name="Google Shape;374;p9"/>
                <p:cNvGrpSpPr/>
                <p:nvPr/>
              </p:nvGrpSpPr>
              <p:grpSpPr>
                <a:xfrm>
                  <a:off x="6012275" y="2285500"/>
                  <a:ext cx="1754544" cy="803520"/>
                  <a:chOff x="6012275" y="2285500"/>
                  <a:chExt cx="1754544" cy="803520"/>
                </a:xfrm>
              </p:grpSpPr>
              <p:cxnSp>
                <p:nvCxnSpPr>
                  <p:cNvPr id="375" name="Google Shape;375;p9"/>
                  <p:cNvCxnSpPr>
                    <a:stCxn id="367" idx="3"/>
                  </p:cNvCxnSpPr>
                  <p:nvPr/>
                </p:nvCxnSpPr>
                <p:spPr>
                  <a:xfrm rot="10800000">
                    <a:off x="7612919" y="2975499"/>
                    <a:ext cx="1539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376" name="Google Shape;376;p9"/>
                  <p:cNvGrpSpPr/>
                  <p:nvPr/>
                </p:nvGrpSpPr>
                <p:grpSpPr>
                  <a:xfrm>
                    <a:off x="6012275" y="2285500"/>
                    <a:ext cx="1603950" cy="803520"/>
                    <a:chOff x="6012275" y="2285500"/>
                    <a:chExt cx="1603950" cy="803520"/>
                  </a:xfrm>
                </p:grpSpPr>
                <p:cxnSp>
                  <p:nvCxnSpPr>
                    <p:cNvPr id="377" name="Google Shape;377;p9"/>
                    <p:cNvCxnSpPr/>
                    <p:nvPr/>
                  </p:nvCxnSpPr>
                  <p:spPr>
                    <a:xfrm rot="10800000">
                      <a:off x="7262825" y="2285500"/>
                      <a:ext cx="353400" cy="6900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378" name="Google Shape;378;p9"/>
                    <p:cNvCxnSpPr/>
                    <p:nvPr/>
                  </p:nvCxnSpPr>
                  <p:spPr>
                    <a:xfrm rot="10800000">
                      <a:off x="6405500" y="2289200"/>
                      <a:ext cx="86100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379" name="Google Shape;379;p9"/>
                    <p:cNvCxnSpPr>
                      <a:stCxn id="360" idx="5"/>
                    </p:cNvCxnSpPr>
                    <p:nvPr/>
                  </p:nvCxnSpPr>
                  <p:spPr>
                    <a:xfrm flipH="1" rot="10800000">
                      <a:off x="6012275" y="2285620"/>
                      <a:ext cx="395400" cy="8034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sp>
                <p:nvSpPr>
                  <p:cNvPr id="380" name="Google Shape;380;p9"/>
                  <p:cNvSpPr/>
                  <p:nvPr/>
                </p:nvSpPr>
                <p:spPr>
                  <a:xfrm>
                    <a:off x="7584350" y="2943050"/>
                    <a:ext cx="64800" cy="648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381" name="Google Shape;381;p9"/>
                <p:cNvCxnSpPr/>
                <p:nvPr/>
              </p:nvCxnSpPr>
              <p:spPr>
                <a:xfrm flipH="1" rot="10800000">
                  <a:off x="7261350" y="1744525"/>
                  <a:ext cx="315600" cy="546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82" name="Google Shape;382;p9"/>
                <p:cNvSpPr/>
                <p:nvPr/>
              </p:nvSpPr>
              <p:spPr>
                <a:xfrm>
                  <a:off x="7545125" y="1707050"/>
                  <a:ext cx="73500" cy="73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383" name="Google Shape;383;p9"/>
              <p:cNvSpPr/>
              <p:nvPr/>
            </p:nvSpPr>
            <p:spPr>
              <a:xfrm>
                <a:off x="5975025" y="3049300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84" name="Google Shape;384;p9"/>
            <p:cNvGrpSpPr/>
            <p:nvPr/>
          </p:nvGrpSpPr>
          <p:grpSpPr>
            <a:xfrm>
              <a:off x="-834447" y="-181574"/>
              <a:ext cx="2615301" cy="2109839"/>
              <a:chOff x="4428309" y="-851325"/>
              <a:chExt cx="2965866" cy="2392650"/>
            </a:xfrm>
          </p:grpSpPr>
          <p:grpSp>
            <p:nvGrpSpPr>
              <p:cNvPr id="385" name="Google Shape;385;p9"/>
              <p:cNvGrpSpPr/>
              <p:nvPr/>
            </p:nvGrpSpPr>
            <p:grpSpPr>
              <a:xfrm>
                <a:off x="4428309" y="-723871"/>
                <a:ext cx="1245819" cy="1079037"/>
                <a:chOff x="8022925" y="186250"/>
                <a:chExt cx="815700" cy="706500"/>
              </a:xfrm>
            </p:grpSpPr>
            <p:sp>
              <p:nvSpPr>
                <p:cNvPr id="386" name="Google Shape;386;p9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87" name="Google Shape;387;p9"/>
                <p:cNvSpPr/>
                <p:nvPr/>
              </p:nvSpPr>
              <p:spPr>
                <a:xfrm>
                  <a:off x="8066182" y="223764"/>
                  <a:ext cx="729300" cy="631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88" name="Google Shape;388;p9"/>
                <p:cNvSpPr/>
                <p:nvPr/>
              </p:nvSpPr>
              <p:spPr>
                <a:xfrm>
                  <a:off x="8355664" y="474499"/>
                  <a:ext cx="150300" cy="1302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389" name="Google Shape;389;p9"/>
              <p:cNvGrpSpPr/>
              <p:nvPr/>
            </p:nvGrpSpPr>
            <p:grpSpPr>
              <a:xfrm>
                <a:off x="6360273" y="-338456"/>
                <a:ext cx="917499" cy="794671"/>
                <a:chOff x="8022925" y="186250"/>
                <a:chExt cx="815700" cy="706500"/>
              </a:xfrm>
            </p:grpSpPr>
            <p:sp>
              <p:nvSpPr>
                <p:cNvPr id="390" name="Google Shape;390;p9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91" name="Google Shape;391;p9"/>
                <p:cNvSpPr/>
                <p:nvPr/>
              </p:nvSpPr>
              <p:spPr>
                <a:xfrm>
                  <a:off x="8169420" y="313166"/>
                  <a:ext cx="522900" cy="452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392" name="Google Shape;392;p9"/>
              <p:cNvGrpSpPr/>
              <p:nvPr/>
            </p:nvGrpSpPr>
            <p:grpSpPr>
              <a:xfrm>
                <a:off x="5548840" y="-8756"/>
                <a:ext cx="587793" cy="509104"/>
                <a:chOff x="8022925" y="186250"/>
                <a:chExt cx="815700" cy="706500"/>
              </a:xfrm>
            </p:grpSpPr>
            <p:sp>
              <p:nvSpPr>
                <p:cNvPr id="393" name="Google Shape;393;p9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94" name="Google Shape;394;p9"/>
                <p:cNvSpPr/>
                <p:nvPr/>
              </p:nvSpPr>
              <p:spPr>
                <a:xfrm>
                  <a:off x="8114217" y="265360"/>
                  <a:ext cx="633300" cy="5484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395" name="Google Shape;395;p9"/>
              <p:cNvGrpSpPr/>
              <p:nvPr/>
            </p:nvGrpSpPr>
            <p:grpSpPr>
              <a:xfrm>
                <a:off x="6089765" y="600244"/>
                <a:ext cx="587793" cy="509104"/>
                <a:chOff x="8022925" y="186250"/>
                <a:chExt cx="815700" cy="706500"/>
              </a:xfrm>
            </p:grpSpPr>
            <p:sp>
              <p:nvSpPr>
                <p:cNvPr id="396" name="Google Shape;396;p9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97" name="Google Shape;397;p9"/>
                <p:cNvSpPr/>
                <p:nvPr/>
              </p:nvSpPr>
              <p:spPr>
                <a:xfrm>
                  <a:off x="8213302" y="351156"/>
                  <a:ext cx="435000" cy="3768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398" name="Google Shape;398;p9"/>
              <p:cNvSpPr/>
              <p:nvPr/>
            </p:nvSpPr>
            <p:spPr>
              <a:xfrm>
                <a:off x="6499238" y="55212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99" name="Google Shape;399;p9"/>
              <p:cNvSpPr/>
              <p:nvPr/>
            </p:nvSpPr>
            <p:spPr>
              <a:xfrm>
                <a:off x="5734552" y="-494440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00" name="Google Shape;400;p9"/>
              <p:cNvCxnSpPr>
                <a:stCxn id="386" idx="1"/>
              </p:cNvCxnSpPr>
              <p:nvPr/>
            </p:nvCxnSpPr>
            <p:spPr>
              <a:xfrm>
                <a:off x="5404368" y="355166"/>
                <a:ext cx="285600" cy="50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1" name="Google Shape;401;p9"/>
              <p:cNvCxnSpPr>
                <a:stCxn id="396" idx="3"/>
              </p:cNvCxnSpPr>
              <p:nvPr/>
            </p:nvCxnSpPr>
            <p:spPr>
              <a:xfrm rot="10800000">
                <a:off x="5686565" y="854796"/>
                <a:ext cx="403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2" name="Google Shape;402;p9"/>
              <p:cNvCxnSpPr>
                <a:stCxn id="393" idx="0"/>
              </p:cNvCxnSpPr>
              <p:nvPr/>
            </p:nvCxnSpPr>
            <p:spPr>
              <a:xfrm>
                <a:off x="6136634" y="245796"/>
                <a:ext cx="154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3" name="Google Shape;403;p9"/>
              <p:cNvCxnSpPr>
                <a:stCxn id="390" idx="3"/>
              </p:cNvCxnSpPr>
              <p:nvPr/>
            </p:nvCxnSpPr>
            <p:spPr>
              <a:xfrm flipH="1">
                <a:off x="6287073" y="58880"/>
                <a:ext cx="73200" cy="18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4" name="Google Shape;404;p9"/>
              <p:cNvCxnSpPr>
                <a:stCxn id="396" idx="1"/>
              </p:cNvCxnSpPr>
              <p:nvPr/>
            </p:nvCxnSpPr>
            <p:spPr>
              <a:xfrm>
                <a:off x="6550283" y="1109348"/>
                <a:ext cx="226200" cy="39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05" name="Google Shape;405;p9"/>
              <p:cNvSpPr/>
              <p:nvPr/>
            </p:nvSpPr>
            <p:spPr>
              <a:xfrm>
                <a:off x="6736425" y="146272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06" name="Google Shape;406;p9"/>
              <p:cNvCxnSpPr>
                <a:stCxn id="390" idx="5"/>
              </p:cNvCxnSpPr>
              <p:nvPr/>
            </p:nvCxnSpPr>
            <p:spPr>
              <a:xfrm flipH="1" rot="10800000">
                <a:off x="7079105" y="-816055"/>
                <a:ext cx="275700" cy="47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07" name="Google Shape;407;p9"/>
              <p:cNvSpPr/>
              <p:nvPr/>
            </p:nvSpPr>
            <p:spPr>
              <a:xfrm>
                <a:off x="7315575" y="-85132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8" name="Google Shape;408;p9"/>
              <p:cNvSpPr/>
              <p:nvPr/>
            </p:nvSpPr>
            <p:spPr>
              <a:xfrm>
                <a:off x="5478244" y="972475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_1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0"/>
          <p:cNvSpPr txBox="1"/>
          <p:nvPr>
            <p:ph hasCustomPrompt="1" type="title"/>
          </p:nvPr>
        </p:nvSpPr>
        <p:spPr>
          <a:xfrm>
            <a:off x="4324375" y="539496"/>
            <a:ext cx="41064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Char char="●"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Char char="○"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Char char="■"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Char char="●"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Char char="○"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Char char="■"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Char char="●"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Char char="○"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Char char="■"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11" name="Google Shape;411;p10"/>
          <p:cNvSpPr txBox="1"/>
          <p:nvPr>
            <p:ph idx="1" type="subTitle"/>
          </p:nvPr>
        </p:nvSpPr>
        <p:spPr>
          <a:xfrm>
            <a:off x="4324375" y="1238367"/>
            <a:ext cx="41064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2" name="Google Shape;412;p10"/>
          <p:cNvSpPr txBox="1"/>
          <p:nvPr>
            <p:ph hasCustomPrompt="1" idx="2" type="title"/>
          </p:nvPr>
        </p:nvSpPr>
        <p:spPr>
          <a:xfrm>
            <a:off x="4324375" y="2030345"/>
            <a:ext cx="41064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Char char="●"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Char char="○"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Char char="■"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Char char="●"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Char char="○"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Char char="■"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Char char="●"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Char char="○"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Char char="■"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13" name="Google Shape;413;p10"/>
          <p:cNvSpPr txBox="1"/>
          <p:nvPr>
            <p:ph idx="3" type="subTitle"/>
          </p:nvPr>
        </p:nvSpPr>
        <p:spPr>
          <a:xfrm>
            <a:off x="4324375" y="2729221"/>
            <a:ext cx="41064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4" name="Google Shape;414;p10"/>
          <p:cNvSpPr txBox="1"/>
          <p:nvPr>
            <p:ph hasCustomPrompt="1" idx="4" type="title"/>
          </p:nvPr>
        </p:nvSpPr>
        <p:spPr>
          <a:xfrm>
            <a:off x="4324375" y="3521195"/>
            <a:ext cx="41064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Char char="●"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Char char="○"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Char char="■"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Char char="●"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Char char="○"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Char char="■"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Char char="●"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Char char="○"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Char char="■"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15" name="Google Shape;415;p10"/>
          <p:cNvSpPr txBox="1"/>
          <p:nvPr>
            <p:ph idx="5" type="subTitle"/>
          </p:nvPr>
        </p:nvSpPr>
        <p:spPr>
          <a:xfrm>
            <a:off x="4324375" y="4220074"/>
            <a:ext cx="41064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6" name="Google Shape;416;p10"/>
          <p:cNvSpPr/>
          <p:nvPr>
            <p:ph idx="6" type="pic"/>
          </p:nvPr>
        </p:nvSpPr>
        <p:spPr>
          <a:xfrm>
            <a:off x="713225" y="539500"/>
            <a:ext cx="3543300" cy="4064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417" name="Google Shape;417;p10"/>
          <p:cNvGrpSpPr/>
          <p:nvPr/>
        </p:nvGrpSpPr>
        <p:grpSpPr>
          <a:xfrm>
            <a:off x="-428399" y="-323596"/>
            <a:ext cx="10226767" cy="5755428"/>
            <a:chOff x="-428399" y="-323596"/>
            <a:chExt cx="10226767" cy="5755428"/>
          </a:xfrm>
        </p:grpSpPr>
        <p:grpSp>
          <p:nvGrpSpPr>
            <p:cNvPr id="418" name="Google Shape;418;p10"/>
            <p:cNvGrpSpPr/>
            <p:nvPr/>
          </p:nvGrpSpPr>
          <p:grpSpPr>
            <a:xfrm>
              <a:off x="7517427" y="-323596"/>
              <a:ext cx="2280941" cy="1580637"/>
              <a:chOff x="7421427" y="-193296"/>
              <a:chExt cx="2280941" cy="1580637"/>
            </a:xfrm>
          </p:grpSpPr>
          <p:grpSp>
            <p:nvGrpSpPr>
              <p:cNvPr id="419" name="Google Shape;419;p10"/>
              <p:cNvGrpSpPr/>
              <p:nvPr/>
            </p:nvGrpSpPr>
            <p:grpSpPr>
              <a:xfrm>
                <a:off x="8440709" y="-193296"/>
                <a:ext cx="1261659" cy="1580637"/>
                <a:chOff x="436759" y="-723871"/>
                <a:chExt cx="1261659" cy="1580637"/>
              </a:xfrm>
            </p:grpSpPr>
            <p:grpSp>
              <p:nvGrpSpPr>
                <p:cNvPr id="420" name="Google Shape;420;p10"/>
                <p:cNvGrpSpPr/>
                <p:nvPr/>
              </p:nvGrpSpPr>
              <p:grpSpPr>
                <a:xfrm>
                  <a:off x="436759" y="-723871"/>
                  <a:ext cx="1245819" cy="1079037"/>
                  <a:chOff x="8022925" y="186250"/>
                  <a:chExt cx="815700" cy="706500"/>
                </a:xfrm>
              </p:grpSpPr>
              <p:sp>
                <p:nvSpPr>
                  <p:cNvPr id="421" name="Google Shape;421;p10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422" name="Google Shape;422;p10"/>
                  <p:cNvSpPr/>
                  <p:nvPr/>
                </p:nvSpPr>
                <p:spPr>
                  <a:xfrm>
                    <a:off x="8066182" y="223764"/>
                    <a:ext cx="729300" cy="631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423" name="Google Shape;423;p10"/>
                  <p:cNvSpPr/>
                  <p:nvPr/>
                </p:nvSpPr>
                <p:spPr>
                  <a:xfrm>
                    <a:off x="8245500" y="379072"/>
                    <a:ext cx="370500" cy="3210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424" name="Google Shape;424;p10"/>
                <p:cNvCxnSpPr>
                  <a:stCxn id="421" idx="1"/>
                </p:cNvCxnSpPr>
                <p:nvPr/>
              </p:nvCxnSpPr>
              <p:spPr>
                <a:xfrm>
                  <a:off x="1412818" y="355166"/>
                  <a:ext cx="285600" cy="501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25" name="Google Shape;425;p10"/>
                <p:cNvSpPr/>
                <p:nvPr/>
              </p:nvSpPr>
              <p:spPr>
                <a:xfrm>
                  <a:off x="584577" y="472928"/>
                  <a:ext cx="307200" cy="2661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426" name="Google Shape;426;p10"/>
              <p:cNvCxnSpPr>
                <a:stCxn id="421" idx="3"/>
                <a:endCxn id="427" idx="0"/>
              </p:cNvCxnSpPr>
              <p:nvPr/>
            </p:nvCxnSpPr>
            <p:spPr>
              <a:xfrm rot="10800000">
                <a:off x="7728509" y="346223"/>
                <a:ext cx="712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27" name="Google Shape;427;p10"/>
              <p:cNvSpPr/>
              <p:nvPr/>
            </p:nvSpPr>
            <p:spPr>
              <a:xfrm>
                <a:off x="7421427" y="213178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428" name="Google Shape;428;p10"/>
            <p:cNvGrpSpPr/>
            <p:nvPr/>
          </p:nvGrpSpPr>
          <p:grpSpPr>
            <a:xfrm flipH="1">
              <a:off x="7641663" y="3785300"/>
              <a:ext cx="1835863" cy="1646533"/>
              <a:chOff x="8352175" y="-274150"/>
              <a:chExt cx="1835863" cy="1646533"/>
            </a:xfrm>
          </p:grpSpPr>
          <p:grpSp>
            <p:nvGrpSpPr>
              <p:cNvPr id="429" name="Google Shape;429;p10"/>
              <p:cNvGrpSpPr/>
              <p:nvPr/>
            </p:nvGrpSpPr>
            <p:grpSpPr>
              <a:xfrm>
                <a:off x="9314994" y="616216"/>
                <a:ext cx="873044" cy="756167"/>
                <a:chOff x="8022925" y="186250"/>
                <a:chExt cx="815700" cy="706500"/>
              </a:xfrm>
            </p:grpSpPr>
            <p:sp>
              <p:nvSpPr>
                <p:cNvPr id="430" name="Google Shape;430;p10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31" name="Google Shape;431;p10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32" name="Google Shape;432;p10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433" name="Google Shape;433;p10"/>
              <p:cNvSpPr/>
              <p:nvPr/>
            </p:nvSpPr>
            <p:spPr>
              <a:xfrm>
                <a:off x="8383126" y="-206726"/>
                <a:ext cx="457200" cy="3960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4" name="Google Shape;434;p10"/>
              <p:cNvSpPr/>
              <p:nvPr/>
            </p:nvSpPr>
            <p:spPr>
              <a:xfrm>
                <a:off x="9118688" y="590550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435" name="Google Shape;435;p10"/>
              <p:cNvGrpSpPr/>
              <p:nvPr/>
            </p:nvGrpSpPr>
            <p:grpSpPr>
              <a:xfrm>
                <a:off x="8408775" y="-274150"/>
                <a:ext cx="906219" cy="1300800"/>
                <a:chOff x="6860600" y="1707050"/>
                <a:chExt cx="906219" cy="1300800"/>
              </a:xfrm>
            </p:grpSpPr>
            <p:grpSp>
              <p:nvGrpSpPr>
                <p:cNvPr id="436" name="Google Shape;436;p10"/>
                <p:cNvGrpSpPr/>
                <p:nvPr/>
              </p:nvGrpSpPr>
              <p:grpSpPr>
                <a:xfrm>
                  <a:off x="6860600" y="2285500"/>
                  <a:ext cx="906219" cy="722350"/>
                  <a:chOff x="6860600" y="2285500"/>
                  <a:chExt cx="906219" cy="722350"/>
                </a:xfrm>
              </p:grpSpPr>
              <p:cxnSp>
                <p:nvCxnSpPr>
                  <p:cNvPr id="437" name="Google Shape;437;p10"/>
                  <p:cNvCxnSpPr>
                    <a:stCxn id="430" idx="3"/>
                  </p:cNvCxnSpPr>
                  <p:nvPr/>
                </p:nvCxnSpPr>
                <p:spPr>
                  <a:xfrm rot="10800000">
                    <a:off x="7612919" y="2975499"/>
                    <a:ext cx="1539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438" name="Google Shape;438;p10"/>
                  <p:cNvGrpSpPr/>
                  <p:nvPr/>
                </p:nvGrpSpPr>
                <p:grpSpPr>
                  <a:xfrm>
                    <a:off x="6860600" y="2285500"/>
                    <a:ext cx="755625" cy="690000"/>
                    <a:chOff x="6860600" y="2285500"/>
                    <a:chExt cx="755625" cy="690000"/>
                  </a:xfrm>
                </p:grpSpPr>
                <p:cxnSp>
                  <p:nvCxnSpPr>
                    <p:cNvPr id="439" name="Google Shape;439;p10"/>
                    <p:cNvCxnSpPr/>
                    <p:nvPr/>
                  </p:nvCxnSpPr>
                  <p:spPr>
                    <a:xfrm rot="10800000">
                      <a:off x="7262825" y="2285500"/>
                      <a:ext cx="353400" cy="6900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440" name="Google Shape;440;p10"/>
                    <p:cNvCxnSpPr/>
                    <p:nvPr/>
                  </p:nvCxnSpPr>
                  <p:spPr>
                    <a:xfrm rot="10800000">
                      <a:off x="6860600" y="2289200"/>
                      <a:ext cx="40590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sp>
                <p:nvSpPr>
                  <p:cNvPr id="441" name="Google Shape;441;p10"/>
                  <p:cNvSpPr/>
                  <p:nvPr/>
                </p:nvSpPr>
                <p:spPr>
                  <a:xfrm>
                    <a:off x="7584350" y="2943050"/>
                    <a:ext cx="64800" cy="648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442" name="Google Shape;442;p10"/>
                <p:cNvCxnSpPr/>
                <p:nvPr/>
              </p:nvCxnSpPr>
              <p:spPr>
                <a:xfrm flipH="1" rot="10800000">
                  <a:off x="7261350" y="1744525"/>
                  <a:ext cx="315600" cy="546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43" name="Google Shape;443;p10"/>
                <p:cNvSpPr/>
                <p:nvPr/>
              </p:nvSpPr>
              <p:spPr>
                <a:xfrm>
                  <a:off x="7545125" y="1707050"/>
                  <a:ext cx="73500" cy="73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444" name="Google Shape;444;p10"/>
              <p:cNvSpPr/>
              <p:nvPr/>
            </p:nvSpPr>
            <p:spPr>
              <a:xfrm>
                <a:off x="8352175" y="26867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45" name="Google Shape;445;p10"/>
              <p:cNvSpPr/>
              <p:nvPr/>
            </p:nvSpPr>
            <p:spPr>
              <a:xfrm>
                <a:off x="8504977" y="426753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446" name="Google Shape;446;p10"/>
            <p:cNvGrpSpPr/>
            <p:nvPr/>
          </p:nvGrpSpPr>
          <p:grpSpPr>
            <a:xfrm flipH="1" rot="10800000">
              <a:off x="-428399" y="66250"/>
              <a:ext cx="1141616" cy="1740595"/>
              <a:chOff x="-377824" y="3323825"/>
              <a:chExt cx="1141616" cy="1740595"/>
            </a:xfrm>
          </p:grpSpPr>
          <p:grpSp>
            <p:nvGrpSpPr>
              <p:cNvPr id="447" name="Google Shape;447;p10"/>
              <p:cNvGrpSpPr/>
              <p:nvPr/>
            </p:nvGrpSpPr>
            <p:grpSpPr>
              <a:xfrm>
                <a:off x="-377824" y="3991865"/>
                <a:ext cx="1141616" cy="1072555"/>
                <a:chOff x="4046769" y="1482116"/>
                <a:chExt cx="1390180" cy="1306082"/>
              </a:xfrm>
            </p:grpSpPr>
            <p:grpSp>
              <p:nvGrpSpPr>
                <p:cNvPr id="448" name="Google Shape;448;p10"/>
                <p:cNvGrpSpPr/>
                <p:nvPr/>
              </p:nvGrpSpPr>
              <p:grpSpPr>
                <a:xfrm>
                  <a:off x="4046769" y="1482116"/>
                  <a:ext cx="1180258" cy="756167"/>
                  <a:chOff x="4046769" y="1482116"/>
                  <a:chExt cx="1180258" cy="756167"/>
                </a:xfrm>
              </p:grpSpPr>
              <p:grpSp>
                <p:nvGrpSpPr>
                  <p:cNvPr id="449" name="Google Shape;449;p10"/>
                  <p:cNvGrpSpPr/>
                  <p:nvPr/>
                </p:nvGrpSpPr>
                <p:grpSpPr>
                  <a:xfrm>
                    <a:off x="4046769" y="1482116"/>
                    <a:ext cx="873044" cy="756167"/>
                    <a:chOff x="8022925" y="186250"/>
                    <a:chExt cx="815700" cy="706500"/>
                  </a:xfrm>
                </p:grpSpPr>
                <p:sp>
                  <p:nvSpPr>
                    <p:cNvPr id="450" name="Google Shape;450;p10"/>
                    <p:cNvSpPr/>
                    <p:nvPr/>
                  </p:nvSpPr>
                  <p:spPr>
                    <a:xfrm>
                      <a:off x="8022925" y="186250"/>
                      <a:ext cx="815700" cy="7065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451" name="Google Shape;451;p10"/>
                    <p:cNvSpPr/>
                    <p:nvPr/>
                  </p:nvSpPr>
                  <p:spPr>
                    <a:xfrm>
                      <a:off x="8133718" y="282237"/>
                      <a:ext cx="594300" cy="5145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452" name="Google Shape;452;p10"/>
                    <p:cNvSpPr/>
                    <p:nvPr/>
                  </p:nvSpPr>
                  <p:spPr>
                    <a:xfrm>
                      <a:off x="8240438" y="374705"/>
                      <a:ext cx="380700" cy="3297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</p:grpSp>
              <p:sp>
                <p:nvSpPr>
                  <p:cNvPr id="453" name="Google Shape;453;p10"/>
                  <p:cNvSpPr/>
                  <p:nvPr/>
                </p:nvSpPr>
                <p:spPr>
                  <a:xfrm>
                    <a:off x="4919827" y="1953578"/>
                    <a:ext cx="307200" cy="2661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solidFill>
                    <a:srgbClr val="AFE0D9">
                      <a:alpha val="59490"/>
                    </a:srgb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454" name="Google Shape;454;p10"/>
                  <p:cNvSpPr/>
                  <p:nvPr/>
                </p:nvSpPr>
                <p:spPr>
                  <a:xfrm>
                    <a:off x="4981813" y="1541325"/>
                    <a:ext cx="102300" cy="1023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455" name="Google Shape;455;p10"/>
                <p:cNvCxnSpPr>
                  <a:stCxn id="450" idx="1"/>
                  <a:endCxn id="456" idx="3"/>
                </p:cNvCxnSpPr>
                <p:nvPr/>
              </p:nvCxnSpPr>
              <p:spPr>
                <a:xfrm>
                  <a:off x="4730771" y="2238282"/>
                  <a:ext cx="206400" cy="33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56" name="Google Shape;456;p10"/>
                <p:cNvSpPr/>
                <p:nvPr/>
              </p:nvSpPr>
              <p:spPr>
                <a:xfrm>
                  <a:off x="4937149" y="2355298"/>
                  <a:ext cx="499800" cy="4329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57" name="Google Shape;457;p10"/>
                <p:cNvSpPr/>
                <p:nvPr/>
              </p:nvSpPr>
              <p:spPr>
                <a:xfrm>
                  <a:off x="4988000" y="2399325"/>
                  <a:ext cx="398100" cy="3450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458" name="Google Shape;458;p10"/>
              <p:cNvSpPr/>
              <p:nvPr/>
            </p:nvSpPr>
            <p:spPr>
              <a:xfrm>
                <a:off x="-90850" y="3323825"/>
                <a:ext cx="595500" cy="5157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59" name="Google Shape;459;p10"/>
              <p:cNvSpPr/>
              <p:nvPr/>
            </p:nvSpPr>
            <p:spPr>
              <a:xfrm>
                <a:off x="-6100" y="3397200"/>
                <a:ext cx="426000" cy="3690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9"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1"/>
          <p:cNvSpPr txBox="1"/>
          <p:nvPr>
            <p:ph type="title"/>
          </p:nvPr>
        </p:nvSpPr>
        <p:spPr>
          <a:xfrm>
            <a:off x="720000" y="1299413"/>
            <a:ext cx="3519600" cy="166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2" name="Google Shape;462;p11"/>
          <p:cNvSpPr txBox="1"/>
          <p:nvPr>
            <p:ph idx="1" type="subTitle"/>
          </p:nvPr>
        </p:nvSpPr>
        <p:spPr>
          <a:xfrm>
            <a:off x="720000" y="2964838"/>
            <a:ext cx="3519600" cy="8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3" name="Google Shape;463;p11"/>
          <p:cNvSpPr/>
          <p:nvPr>
            <p:ph idx="2" type="pic"/>
          </p:nvPr>
        </p:nvSpPr>
        <p:spPr>
          <a:xfrm>
            <a:off x="4571975" y="533875"/>
            <a:ext cx="3858900" cy="4075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464" name="Google Shape;464;p11"/>
          <p:cNvGrpSpPr/>
          <p:nvPr/>
        </p:nvGrpSpPr>
        <p:grpSpPr>
          <a:xfrm>
            <a:off x="121725" y="129827"/>
            <a:ext cx="9790940" cy="4911772"/>
            <a:chOff x="121725" y="129827"/>
            <a:chExt cx="9790940" cy="4911772"/>
          </a:xfrm>
        </p:grpSpPr>
        <p:grpSp>
          <p:nvGrpSpPr>
            <p:cNvPr id="465" name="Google Shape;465;p11"/>
            <p:cNvGrpSpPr/>
            <p:nvPr/>
          </p:nvGrpSpPr>
          <p:grpSpPr>
            <a:xfrm>
              <a:off x="8584540" y="4012900"/>
              <a:ext cx="1128460" cy="989200"/>
              <a:chOff x="2136440" y="1592025"/>
              <a:chExt cx="1128460" cy="989200"/>
            </a:xfrm>
          </p:grpSpPr>
          <p:grpSp>
            <p:nvGrpSpPr>
              <p:cNvPr id="466" name="Google Shape;466;p11"/>
              <p:cNvGrpSpPr/>
              <p:nvPr/>
            </p:nvGrpSpPr>
            <p:grpSpPr>
              <a:xfrm rot="10800000">
                <a:off x="2273907" y="2024002"/>
                <a:ext cx="587793" cy="509104"/>
                <a:chOff x="8022925" y="186250"/>
                <a:chExt cx="815700" cy="706500"/>
              </a:xfrm>
            </p:grpSpPr>
            <p:sp>
              <p:nvSpPr>
                <p:cNvPr id="467" name="Google Shape;467;p11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68" name="Google Shape;468;p11"/>
                <p:cNvSpPr/>
                <p:nvPr/>
              </p:nvSpPr>
              <p:spPr>
                <a:xfrm>
                  <a:off x="8213302" y="351156"/>
                  <a:ext cx="435000" cy="3768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469" name="Google Shape;469;p11"/>
              <p:cNvSpPr/>
              <p:nvPr/>
            </p:nvSpPr>
            <p:spPr>
              <a:xfrm rot="10800000">
                <a:off x="2349928" y="247892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70" name="Google Shape;470;p11"/>
              <p:cNvCxnSpPr>
                <a:stCxn id="467" idx="3"/>
              </p:cNvCxnSpPr>
              <p:nvPr/>
            </p:nvCxnSpPr>
            <p:spPr>
              <a:xfrm>
                <a:off x="2861700" y="2278554"/>
                <a:ext cx="403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1" name="Google Shape;471;p11"/>
              <p:cNvCxnSpPr>
                <a:stCxn id="467" idx="1"/>
              </p:cNvCxnSpPr>
              <p:nvPr/>
            </p:nvCxnSpPr>
            <p:spPr>
              <a:xfrm rot="10800000">
                <a:off x="2174983" y="1632202"/>
                <a:ext cx="226200" cy="39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72" name="Google Shape;472;p11"/>
              <p:cNvSpPr/>
              <p:nvPr/>
            </p:nvSpPr>
            <p:spPr>
              <a:xfrm rot="10800000">
                <a:off x="2136440" y="159202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473" name="Google Shape;473;p11"/>
            <p:cNvGrpSpPr/>
            <p:nvPr/>
          </p:nvGrpSpPr>
          <p:grpSpPr>
            <a:xfrm>
              <a:off x="178840" y="129827"/>
              <a:ext cx="1845335" cy="1351673"/>
              <a:chOff x="1557290" y="2633002"/>
              <a:chExt cx="1845335" cy="1351673"/>
            </a:xfrm>
          </p:grpSpPr>
          <p:grpSp>
            <p:nvGrpSpPr>
              <p:cNvPr id="474" name="Google Shape;474;p11"/>
              <p:cNvGrpSpPr/>
              <p:nvPr/>
            </p:nvGrpSpPr>
            <p:grpSpPr>
              <a:xfrm rot="10800000">
                <a:off x="1673693" y="2677134"/>
                <a:ext cx="917499" cy="794671"/>
                <a:chOff x="8022925" y="186250"/>
                <a:chExt cx="815700" cy="706500"/>
              </a:xfrm>
            </p:grpSpPr>
            <p:sp>
              <p:nvSpPr>
                <p:cNvPr id="475" name="Google Shape;475;p11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76" name="Google Shape;476;p11"/>
                <p:cNvSpPr/>
                <p:nvPr/>
              </p:nvSpPr>
              <p:spPr>
                <a:xfrm>
                  <a:off x="8169420" y="313166"/>
                  <a:ext cx="522900" cy="452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477" name="Google Shape;477;p11"/>
              <p:cNvGrpSpPr/>
              <p:nvPr/>
            </p:nvGrpSpPr>
            <p:grpSpPr>
              <a:xfrm rot="10800000">
                <a:off x="2814832" y="2633002"/>
                <a:ext cx="587793" cy="509104"/>
                <a:chOff x="8022925" y="186250"/>
                <a:chExt cx="815700" cy="706500"/>
              </a:xfrm>
            </p:grpSpPr>
            <p:sp>
              <p:nvSpPr>
                <p:cNvPr id="478" name="Google Shape;478;p11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79" name="Google Shape;479;p11"/>
                <p:cNvSpPr/>
                <p:nvPr/>
              </p:nvSpPr>
              <p:spPr>
                <a:xfrm>
                  <a:off x="8114217" y="265360"/>
                  <a:ext cx="633300" cy="5484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480" name="Google Shape;480;p11"/>
              <p:cNvCxnSpPr>
                <a:stCxn id="478" idx="0"/>
              </p:cNvCxnSpPr>
              <p:nvPr/>
            </p:nvCxnSpPr>
            <p:spPr>
              <a:xfrm rot="10800000">
                <a:off x="2660332" y="2887554"/>
                <a:ext cx="154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1" name="Google Shape;481;p11"/>
              <p:cNvCxnSpPr>
                <a:stCxn id="475" idx="3"/>
              </p:cNvCxnSpPr>
              <p:nvPr/>
            </p:nvCxnSpPr>
            <p:spPr>
              <a:xfrm flipH="1" rot="10800000">
                <a:off x="2591192" y="2886970"/>
                <a:ext cx="73200" cy="18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2" name="Google Shape;482;p11"/>
              <p:cNvCxnSpPr>
                <a:stCxn id="475" idx="5"/>
              </p:cNvCxnSpPr>
              <p:nvPr/>
            </p:nvCxnSpPr>
            <p:spPr>
              <a:xfrm flipH="1">
                <a:off x="1596661" y="3471805"/>
                <a:ext cx="275700" cy="47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83" name="Google Shape;483;p11"/>
              <p:cNvSpPr/>
              <p:nvPr/>
            </p:nvSpPr>
            <p:spPr>
              <a:xfrm rot="10800000">
                <a:off x="1557290" y="390607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484" name="Google Shape;484;p11"/>
            <p:cNvGrpSpPr/>
            <p:nvPr/>
          </p:nvGrpSpPr>
          <p:grpSpPr>
            <a:xfrm>
              <a:off x="121725" y="3806450"/>
              <a:ext cx="1835863" cy="1235149"/>
              <a:chOff x="8352175" y="268675"/>
              <a:chExt cx="1835863" cy="1235149"/>
            </a:xfrm>
          </p:grpSpPr>
          <p:grpSp>
            <p:nvGrpSpPr>
              <p:cNvPr id="485" name="Google Shape;485;p11"/>
              <p:cNvGrpSpPr/>
              <p:nvPr/>
            </p:nvGrpSpPr>
            <p:grpSpPr>
              <a:xfrm>
                <a:off x="9314994" y="616216"/>
                <a:ext cx="873044" cy="756167"/>
                <a:chOff x="8022925" y="186250"/>
                <a:chExt cx="815700" cy="706500"/>
              </a:xfrm>
            </p:grpSpPr>
            <p:sp>
              <p:nvSpPr>
                <p:cNvPr id="486" name="Google Shape;486;p11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87" name="Google Shape;487;p11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88" name="Google Shape;488;p11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489" name="Google Shape;489;p11"/>
              <p:cNvSpPr/>
              <p:nvPr/>
            </p:nvSpPr>
            <p:spPr>
              <a:xfrm>
                <a:off x="8942351" y="1107824"/>
                <a:ext cx="457200" cy="3960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90" name="Google Shape;490;p11"/>
              <p:cNvSpPr/>
              <p:nvPr/>
            </p:nvSpPr>
            <p:spPr>
              <a:xfrm>
                <a:off x="9118688" y="590550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491" name="Google Shape;491;p11"/>
              <p:cNvGrpSpPr/>
              <p:nvPr/>
            </p:nvGrpSpPr>
            <p:grpSpPr>
              <a:xfrm>
                <a:off x="8408775" y="304300"/>
                <a:ext cx="906219" cy="722350"/>
                <a:chOff x="6860600" y="2285500"/>
                <a:chExt cx="906219" cy="722350"/>
              </a:xfrm>
            </p:grpSpPr>
            <p:cxnSp>
              <p:nvCxnSpPr>
                <p:cNvPr id="492" name="Google Shape;492;p11"/>
                <p:cNvCxnSpPr>
                  <a:stCxn id="486" idx="3"/>
                </p:cNvCxnSpPr>
                <p:nvPr/>
              </p:nvCxnSpPr>
              <p:spPr>
                <a:xfrm rot="10800000">
                  <a:off x="7612919" y="2975499"/>
                  <a:ext cx="153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grpSp>
              <p:nvGrpSpPr>
                <p:cNvPr id="493" name="Google Shape;493;p11"/>
                <p:cNvGrpSpPr/>
                <p:nvPr/>
              </p:nvGrpSpPr>
              <p:grpSpPr>
                <a:xfrm>
                  <a:off x="6860600" y="2285500"/>
                  <a:ext cx="755625" cy="690000"/>
                  <a:chOff x="6860600" y="2285500"/>
                  <a:chExt cx="755625" cy="690000"/>
                </a:xfrm>
              </p:grpSpPr>
              <p:cxnSp>
                <p:nvCxnSpPr>
                  <p:cNvPr id="494" name="Google Shape;494;p11"/>
                  <p:cNvCxnSpPr/>
                  <p:nvPr/>
                </p:nvCxnSpPr>
                <p:spPr>
                  <a:xfrm rot="10800000">
                    <a:off x="7262825" y="2285500"/>
                    <a:ext cx="353400" cy="6900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95" name="Google Shape;495;p11"/>
                  <p:cNvCxnSpPr/>
                  <p:nvPr/>
                </p:nvCxnSpPr>
                <p:spPr>
                  <a:xfrm rot="10800000">
                    <a:off x="6860600" y="2289200"/>
                    <a:ext cx="4059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sp>
              <p:nvSpPr>
                <p:cNvPr id="496" name="Google Shape;496;p11"/>
                <p:cNvSpPr/>
                <p:nvPr/>
              </p:nvSpPr>
              <p:spPr>
                <a:xfrm>
                  <a:off x="7584350" y="2943050"/>
                  <a:ext cx="64800" cy="648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497" name="Google Shape;497;p11"/>
              <p:cNvSpPr/>
              <p:nvPr/>
            </p:nvSpPr>
            <p:spPr>
              <a:xfrm>
                <a:off x="8352175" y="26867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98" name="Google Shape;498;p11"/>
              <p:cNvSpPr/>
              <p:nvPr/>
            </p:nvSpPr>
            <p:spPr>
              <a:xfrm>
                <a:off x="8504977" y="426753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499" name="Google Shape;499;p11"/>
            <p:cNvGrpSpPr/>
            <p:nvPr/>
          </p:nvGrpSpPr>
          <p:grpSpPr>
            <a:xfrm>
              <a:off x="8666846" y="3218679"/>
              <a:ext cx="1245819" cy="1079037"/>
              <a:chOff x="8022925" y="186250"/>
              <a:chExt cx="815700" cy="706500"/>
            </a:xfrm>
          </p:grpSpPr>
          <p:sp>
            <p:nvSpPr>
              <p:cNvPr id="500" name="Google Shape;500;p11"/>
              <p:cNvSpPr/>
              <p:nvPr/>
            </p:nvSpPr>
            <p:spPr>
              <a:xfrm>
                <a:off x="8022925" y="186250"/>
                <a:ext cx="815700" cy="7065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01" name="Google Shape;501;p11"/>
              <p:cNvSpPr/>
              <p:nvPr/>
            </p:nvSpPr>
            <p:spPr>
              <a:xfrm>
                <a:off x="8066182" y="223764"/>
                <a:ext cx="729300" cy="6315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02" name="Google Shape;502;p11"/>
              <p:cNvSpPr/>
              <p:nvPr/>
            </p:nvSpPr>
            <p:spPr>
              <a:xfrm>
                <a:off x="8194799" y="335187"/>
                <a:ext cx="471900" cy="4086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2"/>
          <p:cNvSpPr/>
          <p:nvPr>
            <p:ph idx="2" type="pic"/>
          </p:nvPr>
        </p:nvSpPr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05" name="Google Shape;505;p12"/>
          <p:cNvSpPr txBox="1"/>
          <p:nvPr>
            <p:ph type="title"/>
          </p:nvPr>
        </p:nvSpPr>
        <p:spPr>
          <a:xfrm>
            <a:off x="720000" y="3464675"/>
            <a:ext cx="3635400" cy="114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13"/>
          <p:cNvSpPr txBox="1"/>
          <p:nvPr>
            <p:ph type="title"/>
          </p:nvPr>
        </p:nvSpPr>
        <p:spPr>
          <a:xfrm>
            <a:off x="4757275" y="1534500"/>
            <a:ext cx="3673200" cy="15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  <p:sp>
        <p:nvSpPr>
          <p:cNvPr id="508" name="Google Shape;508;p13"/>
          <p:cNvSpPr/>
          <p:nvPr>
            <p:ph idx="2" type="pic"/>
          </p:nvPr>
        </p:nvSpPr>
        <p:spPr>
          <a:xfrm>
            <a:off x="713225" y="785250"/>
            <a:ext cx="3858600" cy="3573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509" name="Google Shape;509;p13"/>
          <p:cNvGrpSpPr/>
          <p:nvPr/>
        </p:nvGrpSpPr>
        <p:grpSpPr>
          <a:xfrm>
            <a:off x="3451828" y="-849674"/>
            <a:ext cx="6322035" cy="6821397"/>
            <a:chOff x="3451828" y="-849674"/>
            <a:chExt cx="6322035" cy="6821397"/>
          </a:xfrm>
        </p:grpSpPr>
        <p:grpSp>
          <p:nvGrpSpPr>
            <p:cNvPr id="510" name="Google Shape;510;p13"/>
            <p:cNvGrpSpPr/>
            <p:nvPr/>
          </p:nvGrpSpPr>
          <p:grpSpPr>
            <a:xfrm rot="10800000">
              <a:off x="6356059" y="3526975"/>
              <a:ext cx="3417803" cy="2444748"/>
              <a:chOff x="5222059" y="1707050"/>
              <a:chExt cx="3417803" cy="2444748"/>
            </a:xfrm>
          </p:grpSpPr>
          <p:grpSp>
            <p:nvGrpSpPr>
              <p:cNvPr id="511" name="Google Shape;511;p13"/>
              <p:cNvGrpSpPr/>
              <p:nvPr/>
            </p:nvGrpSpPr>
            <p:grpSpPr>
              <a:xfrm>
                <a:off x="6230684" y="2436004"/>
                <a:ext cx="1245819" cy="1079037"/>
                <a:chOff x="8022925" y="186250"/>
                <a:chExt cx="815700" cy="706500"/>
              </a:xfrm>
            </p:grpSpPr>
            <p:sp>
              <p:nvSpPr>
                <p:cNvPr id="512" name="Google Shape;512;p13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13" name="Google Shape;513;p13"/>
                <p:cNvSpPr/>
                <p:nvPr/>
              </p:nvSpPr>
              <p:spPr>
                <a:xfrm>
                  <a:off x="8066182" y="223764"/>
                  <a:ext cx="729300" cy="631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14" name="Google Shape;514;p13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515" name="Google Shape;515;p13"/>
              <p:cNvGrpSpPr/>
              <p:nvPr/>
            </p:nvGrpSpPr>
            <p:grpSpPr>
              <a:xfrm>
                <a:off x="5222059" y="3089020"/>
                <a:ext cx="1008613" cy="873587"/>
                <a:chOff x="8022925" y="186250"/>
                <a:chExt cx="815700" cy="706500"/>
              </a:xfrm>
            </p:grpSpPr>
            <p:sp>
              <p:nvSpPr>
                <p:cNvPr id="516" name="Google Shape;516;p13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17" name="Google Shape;517;p13"/>
                <p:cNvSpPr/>
                <p:nvPr/>
              </p:nvSpPr>
              <p:spPr>
                <a:xfrm>
                  <a:off x="8066182" y="223764"/>
                  <a:ext cx="729300" cy="631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518" name="Google Shape;518;p13"/>
              <p:cNvGrpSpPr/>
              <p:nvPr/>
            </p:nvGrpSpPr>
            <p:grpSpPr>
              <a:xfrm>
                <a:off x="6286990" y="3642694"/>
                <a:ext cx="587793" cy="509104"/>
                <a:chOff x="8022925" y="186250"/>
                <a:chExt cx="815700" cy="706500"/>
              </a:xfrm>
            </p:grpSpPr>
            <p:sp>
              <p:nvSpPr>
                <p:cNvPr id="519" name="Google Shape;519;p13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20" name="Google Shape;520;p13"/>
                <p:cNvSpPr/>
                <p:nvPr/>
              </p:nvSpPr>
              <p:spPr>
                <a:xfrm>
                  <a:off x="8114217" y="265360"/>
                  <a:ext cx="633300" cy="5484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521" name="Google Shape;521;p13"/>
              <p:cNvSpPr/>
              <p:nvPr/>
            </p:nvSpPr>
            <p:spPr>
              <a:xfrm>
                <a:off x="6178600" y="292442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522" name="Google Shape;522;p13"/>
              <p:cNvGrpSpPr/>
              <p:nvPr/>
            </p:nvGrpSpPr>
            <p:grpSpPr>
              <a:xfrm>
                <a:off x="7766819" y="2597416"/>
                <a:ext cx="873044" cy="756167"/>
                <a:chOff x="8022925" y="186250"/>
                <a:chExt cx="815700" cy="706500"/>
              </a:xfrm>
            </p:grpSpPr>
            <p:sp>
              <p:nvSpPr>
                <p:cNvPr id="523" name="Google Shape;523;p13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24" name="Google Shape;524;p13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25" name="Google Shape;525;p13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526" name="Google Shape;526;p13"/>
              <p:cNvSpPr/>
              <p:nvPr/>
            </p:nvSpPr>
            <p:spPr>
              <a:xfrm>
                <a:off x="7394176" y="3089024"/>
                <a:ext cx="457200" cy="3960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7" name="Google Shape;527;p13"/>
              <p:cNvSpPr/>
              <p:nvPr/>
            </p:nvSpPr>
            <p:spPr>
              <a:xfrm>
                <a:off x="7640363" y="275957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8" name="Google Shape;528;p13"/>
              <p:cNvSpPr/>
              <p:nvPr/>
            </p:nvSpPr>
            <p:spPr>
              <a:xfrm>
                <a:off x="7044827" y="3642703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529" name="Google Shape;529;p13"/>
              <p:cNvGrpSpPr/>
              <p:nvPr/>
            </p:nvGrpSpPr>
            <p:grpSpPr>
              <a:xfrm>
                <a:off x="6012275" y="1707050"/>
                <a:ext cx="1754544" cy="1381970"/>
                <a:chOff x="6012275" y="1707050"/>
                <a:chExt cx="1754544" cy="1381970"/>
              </a:xfrm>
            </p:grpSpPr>
            <p:grpSp>
              <p:nvGrpSpPr>
                <p:cNvPr id="530" name="Google Shape;530;p13"/>
                <p:cNvGrpSpPr/>
                <p:nvPr/>
              </p:nvGrpSpPr>
              <p:grpSpPr>
                <a:xfrm>
                  <a:off x="6012275" y="2285500"/>
                  <a:ext cx="1754544" cy="803520"/>
                  <a:chOff x="6012275" y="2285500"/>
                  <a:chExt cx="1754544" cy="803520"/>
                </a:xfrm>
              </p:grpSpPr>
              <p:cxnSp>
                <p:nvCxnSpPr>
                  <p:cNvPr id="531" name="Google Shape;531;p13"/>
                  <p:cNvCxnSpPr>
                    <a:stCxn id="523" idx="3"/>
                  </p:cNvCxnSpPr>
                  <p:nvPr/>
                </p:nvCxnSpPr>
                <p:spPr>
                  <a:xfrm rot="10800000">
                    <a:off x="7612919" y="2975499"/>
                    <a:ext cx="1539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532" name="Google Shape;532;p13"/>
                  <p:cNvGrpSpPr/>
                  <p:nvPr/>
                </p:nvGrpSpPr>
                <p:grpSpPr>
                  <a:xfrm>
                    <a:off x="6012275" y="2285500"/>
                    <a:ext cx="1603950" cy="803520"/>
                    <a:chOff x="6012275" y="2285500"/>
                    <a:chExt cx="1603950" cy="803520"/>
                  </a:xfrm>
                </p:grpSpPr>
                <p:cxnSp>
                  <p:nvCxnSpPr>
                    <p:cNvPr id="533" name="Google Shape;533;p13"/>
                    <p:cNvCxnSpPr/>
                    <p:nvPr/>
                  </p:nvCxnSpPr>
                  <p:spPr>
                    <a:xfrm rot="10800000">
                      <a:off x="7262825" y="2285500"/>
                      <a:ext cx="353400" cy="6900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534" name="Google Shape;534;p13"/>
                    <p:cNvCxnSpPr/>
                    <p:nvPr/>
                  </p:nvCxnSpPr>
                  <p:spPr>
                    <a:xfrm rot="10800000">
                      <a:off x="6405500" y="2289200"/>
                      <a:ext cx="86100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535" name="Google Shape;535;p13"/>
                    <p:cNvCxnSpPr>
                      <a:stCxn id="516" idx="5"/>
                    </p:cNvCxnSpPr>
                    <p:nvPr/>
                  </p:nvCxnSpPr>
                  <p:spPr>
                    <a:xfrm flipH="1" rot="10800000">
                      <a:off x="6012275" y="2285620"/>
                      <a:ext cx="395400" cy="8034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sp>
                <p:nvSpPr>
                  <p:cNvPr id="536" name="Google Shape;536;p13"/>
                  <p:cNvSpPr/>
                  <p:nvPr/>
                </p:nvSpPr>
                <p:spPr>
                  <a:xfrm>
                    <a:off x="7584350" y="2943050"/>
                    <a:ext cx="64800" cy="648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537" name="Google Shape;537;p13"/>
                <p:cNvCxnSpPr/>
                <p:nvPr/>
              </p:nvCxnSpPr>
              <p:spPr>
                <a:xfrm flipH="1" rot="10800000">
                  <a:off x="7261350" y="1744525"/>
                  <a:ext cx="315600" cy="546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538" name="Google Shape;538;p13"/>
                <p:cNvSpPr/>
                <p:nvPr/>
              </p:nvSpPr>
              <p:spPr>
                <a:xfrm>
                  <a:off x="7545125" y="1707050"/>
                  <a:ext cx="73500" cy="73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539" name="Google Shape;539;p13"/>
              <p:cNvSpPr/>
              <p:nvPr/>
            </p:nvSpPr>
            <p:spPr>
              <a:xfrm>
                <a:off x="5975025" y="3049300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540" name="Google Shape;540;p13"/>
            <p:cNvGrpSpPr/>
            <p:nvPr/>
          </p:nvGrpSpPr>
          <p:grpSpPr>
            <a:xfrm>
              <a:off x="3451828" y="-849674"/>
              <a:ext cx="2615301" cy="2109839"/>
              <a:chOff x="4428309" y="-851325"/>
              <a:chExt cx="2965866" cy="2392650"/>
            </a:xfrm>
          </p:grpSpPr>
          <p:grpSp>
            <p:nvGrpSpPr>
              <p:cNvPr id="541" name="Google Shape;541;p13"/>
              <p:cNvGrpSpPr/>
              <p:nvPr/>
            </p:nvGrpSpPr>
            <p:grpSpPr>
              <a:xfrm>
                <a:off x="4428309" y="-723871"/>
                <a:ext cx="1245819" cy="1079037"/>
                <a:chOff x="8022925" y="186250"/>
                <a:chExt cx="815700" cy="706500"/>
              </a:xfrm>
            </p:grpSpPr>
            <p:sp>
              <p:nvSpPr>
                <p:cNvPr id="542" name="Google Shape;542;p13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43" name="Google Shape;543;p13"/>
                <p:cNvSpPr/>
                <p:nvPr/>
              </p:nvSpPr>
              <p:spPr>
                <a:xfrm>
                  <a:off x="8066182" y="223764"/>
                  <a:ext cx="729300" cy="631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44" name="Google Shape;544;p13"/>
                <p:cNvSpPr/>
                <p:nvPr/>
              </p:nvSpPr>
              <p:spPr>
                <a:xfrm>
                  <a:off x="8355664" y="474499"/>
                  <a:ext cx="150300" cy="1302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545" name="Google Shape;545;p13"/>
              <p:cNvGrpSpPr/>
              <p:nvPr/>
            </p:nvGrpSpPr>
            <p:grpSpPr>
              <a:xfrm>
                <a:off x="6360273" y="-338456"/>
                <a:ext cx="917499" cy="794671"/>
                <a:chOff x="8022925" y="186250"/>
                <a:chExt cx="815700" cy="706500"/>
              </a:xfrm>
            </p:grpSpPr>
            <p:sp>
              <p:nvSpPr>
                <p:cNvPr id="546" name="Google Shape;546;p13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47" name="Google Shape;547;p13"/>
                <p:cNvSpPr/>
                <p:nvPr/>
              </p:nvSpPr>
              <p:spPr>
                <a:xfrm>
                  <a:off x="8169420" y="313166"/>
                  <a:ext cx="522900" cy="452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548" name="Google Shape;548;p13"/>
              <p:cNvGrpSpPr/>
              <p:nvPr/>
            </p:nvGrpSpPr>
            <p:grpSpPr>
              <a:xfrm>
                <a:off x="5548840" y="-8756"/>
                <a:ext cx="587793" cy="509104"/>
                <a:chOff x="8022925" y="186250"/>
                <a:chExt cx="815700" cy="706500"/>
              </a:xfrm>
            </p:grpSpPr>
            <p:sp>
              <p:nvSpPr>
                <p:cNvPr id="549" name="Google Shape;549;p13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50" name="Google Shape;550;p13"/>
                <p:cNvSpPr/>
                <p:nvPr/>
              </p:nvSpPr>
              <p:spPr>
                <a:xfrm>
                  <a:off x="8114217" y="265360"/>
                  <a:ext cx="633300" cy="5484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551" name="Google Shape;551;p13"/>
              <p:cNvGrpSpPr/>
              <p:nvPr/>
            </p:nvGrpSpPr>
            <p:grpSpPr>
              <a:xfrm>
                <a:off x="6089765" y="600244"/>
                <a:ext cx="587793" cy="509104"/>
                <a:chOff x="8022925" y="186250"/>
                <a:chExt cx="815700" cy="706500"/>
              </a:xfrm>
            </p:grpSpPr>
            <p:sp>
              <p:nvSpPr>
                <p:cNvPr id="552" name="Google Shape;552;p13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53" name="Google Shape;553;p13"/>
                <p:cNvSpPr/>
                <p:nvPr/>
              </p:nvSpPr>
              <p:spPr>
                <a:xfrm>
                  <a:off x="8213302" y="351156"/>
                  <a:ext cx="435000" cy="3768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554" name="Google Shape;554;p13"/>
              <p:cNvSpPr/>
              <p:nvPr/>
            </p:nvSpPr>
            <p:spPr>
              <a:xfrm>
                <a:off x="6499238" y="55212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55" name="Google Shape;555;p13"/>
              <p:cNvSpPr/>
              <p:nvPr/>
            </p:nvSpPr>
            <p:spPr>
              <a:xfrm>
                <a:off x="6053077" y="-723872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56" name="Google Shape;556;p13"/>
              <p:cNvCxnSpPr>
                <a:stCxn id="542" idx="1"/>
              </p:cNvCxnSpPr>
              <p:nvPr/>
            </p:nvCxnSpPr>
            <p:spPr>
              <a:xfrm>
                <a:off x="5404368" y="355166"/>
                <a:ext cx="285600" cy="50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7" name="Google Shape;557;p13"/>
              <p:cNvCxnSpPr>
                <a:stCxn id="552" idx="3"/>
              </p:cNvCxnSpPr>
              <p:nvPr/>
            </p:nvCxnSpPr>
            <p:spPr>
              <a:xfrm rot="10800000">
                <a:off x="5686565" y="854796"/>
                <a:ext cx="403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8" name="Google Shape;558;p13"/>
              <p:cNvCxnSpPr>
                <a:stCxn id="549" idx="0"/>
              </p:cNvCxnSpPr>
              <p:nvPr/>
            </p:nvCxnSpPr>
            <p:spPr>
              <a:xfrm>
                <a:off x="6136634" y="245796"/>
                <a:ext cx="154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9" name="Google Shape;559;p13"/>
              <p:cNvCxnSpPr>
                <a:stCxn id="546" idx="3"/>
              </p:cNvCxnSpPr>
              <p:nvPr/>
            </p:nvCxnSpPr>
            <p:spPr>
              <a:xfrm flipH="1">
                <a:off x="6287073" y="58880"/>
                <a:ext cx="73200" cy="18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0" name="Google Shape;560;p13"/>
              <p:cNvCxnSpPr>
                <a:stCxn id="552" idx="1"/>
              </p:cNvCxnSpPr>
              <p:nvPr/>
            </p:nvCxnSpPr>
            <p:spPr>
              <a:xfrm>
                <a:off x="6550283" y="1109348"/>
                <a:ext cx="226200" cy="39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61" name="Google Shape;561;p13"/>
              <p:cNvSpPr/>
              <p:nvPr/>
            </p:nvSpPr>
            <p:spPr>
              <a:xfrm>
                <a:off x="6736425" y="146272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62" name="Google Shape;562;p13"/>
              <p:cNvCxnSpPr>
                <a:stCxn id="546" idx="5"/>
              </p:cNvCxnSpPr>
              <p:nvPr/>
            </p:nvCxnSpPr>
            <p:spPr>
              <a:xfrm flipH="1" rot="10800000">
                <a:off x="7079105" y="-816055"/>
                <a:ext cx="275700" cy="47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63" name="Google Shape;563;p13"/>
              <p:cNvSpPr/>
              <p:nvPr/>
            </p:nvSpPr>
            <p:spPr>
              <a:xfrm>
                <a:off x="7315575" y="-85132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64" name="Google Shape;564;p13"/>
              <p:cNvSpPr/>
              <p:nvPr/>
            </p:nvSpPr>
            <p:spPr>
              <a:xfrm>
                <a:off x="5097177" y="472928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567" name="Google Shape;567;p14"/>
          <p:cNvGrpSpPr/>
          <p:nvPr/>
        </p:nvGrpSpPr>
        <p:grpSpPr>
          <a:xfrm flipH="1" rot="10800000">
            <a:off x="6114715" y="3341034"/>
            <a:ext cx="2968246" cy="2068730"/>
            <a:chOff x="6114715" y="-312689"/>
            <a:chExt cx="2968246" cy="2068730"/>
          </a:xfrm>
        </p:grpSpPr>
        <p:grpSp>
          <p:nvGrpSpPr>
            <p:cNvPr id="568" name="Google Shape;568;p14"/>
            <p:cNvGrpSpPr/>
            <p:nvPr/>
          </p:nvGrpSpPr>
          <p:grpSpPr>
            <a:xfrm>
              <a:off x="6114715" y="-312689"/>
              <a:ext cx="2923710" cy="1831430"/>
              <a:chOff x="6041340" y="-41164"/>
              <a:chExt cx="2923710" cy="1831430"/>
            </a:xfrm>
          </p:grpSpPr>
          <p:grpSp>
            <p:nvGrpSpPr>
              <p:cNvPr id="569" name="Google Shape;569;p14"/>
              <p:cNvGrpSpPr/>
              <p:nvPr/>
            </p:nvGrpSpPr>
            <p:grpSpPr>
              <a:xfrm>
                <a:off x="7832150" y="-41164"/>
                <a:ext cx="815700" cy="706500"/>
                <a:chOff x="8022925" y="186250"/>
                <a:chExt cx="815700" cy="706500"/>
              </a:xfrm>
            </p:grpSpPr>
            <p:sp>
              <p:nvSpPr>
                <p:cNvPr id="570" name="Google Shape;570;p14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71" name="Google Shape;571;p14"/>
                <p:cNvSpPr/>
                <p:nvPr/>
              </p:nvSpPr>
              <p:spPr>
                <a:xfrm>
                  <a:off x="8104477" y="256921"/>
                  <a:ext cx="652800" cy="5652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72" name="Google Shape;572;p14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573" name="Google Shape;573;p14"/>
              <p:cNvGrpSpPr/>
              <p:nvPr/>
            </p:nvGrpSpPr>
            <p:grpSpPr>
              <a:xfrm>
                <a:off x="7116830" y="85652"/>
                <a:ext cx="522864" cy="452867"/>
                <a:chOff x="8022925" y="186250"/>
                <a:chExt cx="815700" cy="706500"/>
              </a:xfrm>
            </p:grpSpPr>
            <p:sp>
              <p:nvSpPr>
                <p:cNvPr id="574" name="Google Shape;574;p14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75" name="Google Shape;575;p14"/>
                <p:cNvSpPr/>
                <p:nvPr/>
              </p:nvSpPr>
              <p:spPr>
                <a:xfrm>
                  <a:off x="8159419" y="304478"/>
                  <a:ext cx="543000" cy="4701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76" name="Google Shape;576;p14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577" name="Google Shape;577;p14"/>
              <p:cNvCxnSpPr>
                <a:stCxn id="574" idx="0"/>
                <a:endCxn id="570" idx="3"/>
              </p:cNvCxnSpPr>
              <p:nvPr/>
            </p:nvCxnSpPr>
            <p:spPr>
              <a:xfrm>
                <a:off x="7639694" y="312086"/>
                <a:ext cx="1926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578" name="Google Shape;578;p14"/>
              <p:cNvGrpSpPr/>
              <p:nvPr/>
            </p:nvGrpSpPr>
            <p:grpSpPr>
              <a:xfrm>
                <a:off x="6041340" y="189494"/>
                <a:ext cx="549374" cy="475828"/>
                <a:chOff x="8022925" y="93007"/>
                <a:chExt cx="815700" cy="706500"/>
              </a:xfrm>
            </p:grpSpPr>
            <p:sp>
              <p:nvSpPr>
                <p:cNvPr id="579" name="Google Shape;579;p14"/>
                <p:cNvSpPr/>
                <p:nvPr/>
              </p:nvSpPr>
              <p:spPr>
                <a:xfrm>
                  <a:off x="8022925" y="93007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80" name="Google Shape;580;p14"/>
                <p:cNvSpPr/>
                <p:nvPr/>
              </p:nvSpPr>
              <p:spPr>
                <a:xfrm>
                  <a:off x="8156075" y="208356"/>
                  <a:ext cx="549600" cy="4758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581" name="Google Shape;581;p14"/>
              <p:cNvCxnSpPr>
                <a:stCxn id="574" idx="3"/>
                <a:endCxn id="579" idx="0"/>
              </p:cNvCxnSpPr>
              <p:nvPr/>
            </p:nvCxnSpPr>
            <p:spPr>
              <a:xfrm flipH="1">
                <a:off x="6590630" y="312086"/>
                <a:ext cx="526200" cy="115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582" name="Google Shape;582;p14"/>
              <p:cNvGrpSpPr/>
              <p:nvPr/>
            </p:nvGrpSpPr>
            <p:grpSpPr>
              <a:xfrm>
                <a:off x="8471225" y="665336"/>
                <a:ext cx="436661" cy="1124931"/>
                <a:chOff x="8471225" y="665336"/>
                <a:chExt cx="436661" cy="1124931"/>
              </a:xfrm>
            </p:grpSpPr>
            <p:cxnSp>
              <p:nvCxnSpPr>
                <p:cNvPr id="583" name="Google Shape;583;p14"/>
                <p:cNvCxnSpPr>
                  <a:stCxn id="570" idx="1"/>
                </p:cNvCxnSpPr>
                <p:nvPr/>
              </p:nvCxnSpPr>
              <p:spPr>
                <a:xfrm>
                  <a:off x="8471225" y="665336"/>
                  <a:ext cx="436500" cy="384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84" name="Google Shape;584;p14"/>
                <p:cNvCxnSpPr>
                  <a:endCxn id="585" idx="3"/>
                </p:cNvCxnSpPr>
                <p:nvPr/>
              </p:nvCxnSpPr>
              <p:spPr>
                <a:xfrm flipH="1">
                  <a:off x="8906986" y="1072366"/>
                  <a:ext cx="900" cy="717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586" name="Google Shape;586;p14"/>
              <p:cNvSpPr/>
              <p:nvPr/>
            </p:nvSpPr>
            <p:spPr>
              <a:xfrm>
                <a:off x="8850450" y="990550"/>
                <a:ext cx="114600" cy="114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585" name="Google Shape;585;p14"/>
            <p:cNvSpPr/>
            <p:nvPr/>
          </p:nvSpPr>
          <p:spPr>
            <a:xfrm rot="5400000">
              <a:off x="8861711" y="1534791"/>
              <a:ext cx="237300" cy="205200"/>
            </a:xfrm>
            <a:prstGeom prst="hexagon">
              <a:avLst>
                <a:gd fmla="val 25000" name="adj"/>
                <a:gd fmla="val 115470" name="vf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587" name="Google Shape;587;p14"/>
          <p:cNvGrpSpPr/>
          <p:nvPr/>
        </p:nvGrpSpPr>
        <p:grpSpPr>
          <a:xfrm flipH="1" rot="10800000">
            <a:off x="-278087" y="-479096"/>
            <a:ext cx="1835863" cy="1646533"/>
            <a:chOff x="8352175" y="-274150"/>
            <a:chExt cx="1835863" cy="1646533"/>
          </a:xfrm>
        </p:grpSpPr>
        <p:grpSp>
          <p:nvGrpSpPr>
            <p:cNvPr id="588" name="Google Shape;588;p14"/>
            <p:cNvGrpSpPr/>
            <p:nvPr/>
          </p:nvGrpSpPr>
          <p:grpSpPr>
            <a:xfrm>
              <a:off x="9314994" y="616216"/>
              <a:ext cx="873044" cy="756167"/>
              <a:chOff x="8022925" y="186250"/>
              <a:chExt cx="815700" cy="706500"/>
            </a:xfrm>
          </p:grpSpPr>
          <p:sp>
            <p:nvSpPr>
              <p:cNvPr id="589" name="Google Shape;589;p14"/>
              <p:cNvSpPr/>
              <p:nvPr/>
            </p:nvSpPr>
            <p:spPr>
              <a:xfrm>
                <a:off x="8022925" y="186250"/>
                <a:ext cx="815700" cy="7065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90" name="Google Shape;590;p14"/>
              <p:cNvSpPr/>
              <p:nvPr/>
            </p:nvSpPr>
            <p:spPr>
              <a:xfrm>
                <a:off x="8133718" y="282237"/>
                <a:ext cx="594300" cy="5145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91" name="Google Shape;591;p14"/>
              <p:cNvSpPr/>
              <p:nvPr/>
            </p:nvSpPr>
            <p:spPr>
              <a:xfrm>
                <a:off x="8240438" y="374705"/>
                <a:ext cx="380700" cy="3297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592" name="Google Shape;592;p14"/>
            <p:cNvSpPr/>
            <p:nvPr/>
          </p:nvSpPr>
          <p:spPr>
            <a:xfrm>
              <a:off x="8383126" y="-206726"/>
              <a:ext cx="457200" cy="396000"/>
            </a:xfrm>
            <a:prstGeom prst="hexagon">
              <a:avLst>
                <a:gd fmla="val 25000" name="adj"/>
                <a:gd fmla="val 115470" name="vf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93" name="Google Shape;593;p14"/>
            <p:cNvSpPr/>
            <p:nvPr/>
          </p:nvSpPr>
          <p:spPr>
            <a:xfrm>
              <a:off x="9118688" y="590550"/>
              <a:ext cx="102300" cy="102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594" name="Google Shape;594;p14"/>
            <p:cNvGrpSpPr/>
            <p:nvPr/>
          </p:nvGrpSpPr>
          <p:grpSpPr>
            <a:xfrm>
              <a:off x="8408775" y="-274150"/>
              <a:ext cx="906219" cy="1300800"/>
              <a:chOff x="6860600" y="1707050"/>
              <a:chExt cx="906219" cy="1300800"/>
            </a:xfrm>
          </p:grpSpPr>
          <p:grpSp>
            <p:nvGrpSpPr>
              <p:cNvPr id="595" name="Google Shape;595;p14"/>
              <p:cNvGrpSpPr/>
              <p:nvPr/>
            </p:nvGrpSpPr>
            <p:grpSpPr>
              <a:xfrm>
                <a:off x="6860600" y="2285500"/>
                <a:ext cx="906219" cy="722350"/>
                <a:chOff x="6860600" y="2285500"/>
                <a:chExt cx="906219" cy="722350"/>
              </a:xfrm>
            </p:grpSpPr>
            <p:cxnSp>
              <p:nvCxnSpPr>
                <p:cNvPr id="596" name="Google Shape;596;p14"/>
                <p:cNvCxnSpPr>
                  <a:stCxn id="589" idx="3"/>
                </p:cNvCxnSpPr>
                <p:nvPr/>
              </p:nvCxnSpPr>
              <p:spPr>
                <a:xfrm rot="10800000">
                  <a:off x="7612919" y="2975499"/>
                  <a:ext cx="153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grpSp>
              <p:nvGrpSpPr>
                <p:cNvPr id="597" name="Google Shape;597;p14"/>
                <p:cNvGrpSpPr/>
                <p:nvPr/>
              </p:nvGrpSpPr>
              <p:grpSpPr>
                <a:xfrm>
                  <a:off x="6860600" y="2285500"/>
                  <a:ext cx="755625" cy="690000"/>
                  <a:chOff x="6860600" y="2285500"/>
                  <a:chExt cx="755625" cy="690000"/>
                </a:xfrm>
              </p:grpSpPr>
              <p:cxnSp>
                <p:nvCxnSpPr>
                  <p:cNvPr id="598" name="Google Shape;598;p14"/>
                  <p:cNvCxnSpPr/>
                  <p:nvPr/>
                </p:nvCxnSpPr>
                <p:spPr>
                  <a:xfrm rot="10800000">
                    <a:off x="7262825" y="2285500"/>
                    <a:ext cx="353400" cy="6900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599" name="Google Shape;599;p14"/>
                  <p:cNvCxnSpPr/>
                  <p:nvPr/>
                </p:nvCxnSpPr>
                <p:spPr>
                  <a:xfrm rot="10800000">
                    <a:off x="6860600" y="2289200"/>
                    <a:ext cx="4059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sp>
              <p:nvSpPr>
                <p:cNvPr id="600" name="Google Shape;600;p14"/>
                <p:cNvSpPr/>
                <p:nvPr/>
              </p:nvSpPr>
              <p:spPr>
                <a:xfrm>
                  <a:off x="7584350" y="2943050"/>
                  <a:ext cx="64800" cy="648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601" name="Google Shape;601;p14"/>
              <p:cNvCxnSpPr/>
              <p:nvPr/>
            </p:nvCxnSpPr>
            <p:spPr>
              <a:xfrm flipH="1" rot="10800000">
                <a:off x="7261350" y="1744525"/>
                <a:ext cx="315600" cy="546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02" name="Google Shape;602;p14"/>
              <p:cNvSpPr/>
              <p:nvPr/>
            </p:nvSpPr>
            <p:spPr>
              <a:xfrm>
                <a:off x="7545125" y="1707050"/>
                <a:ext cx="73500" cy="73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603" name="Google Shape;603;p14"/>
            <p:cNvSpPr/>
            <p:nvPr/>
          </p:nvSpPr>
          <p:spPr>
            <a:xfrm>
              <a:off x="8352175" y="268675"/>
              <a:ext cx="78600" cy="78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04" name="Google Shape;604;p14"/>
            <p:cNvSpPr/>
            <p:nvPr/>
          </p:nvSpPr>
          <p:spPr>
            <a:xfrm>
              <a:off x="8504977" y="426753"/>
              <a:ext cx="307200" cy="266100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AFE0D9">
                <a:alpha val="594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6_1_1"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7" name="Google Shape;607;p15"/>
          <p:cNvSpPr txBox="1"/>
          <p:nvPr>
            <p:ph idx="1" type="subTitle"/>
          </p:nvPr>
        </p:nvSpPr>
        <p:spPr>
          <a:xfrm>
            <a:off x="1294375" y="1655237"/>
            <a:ext cx="7136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8" name="Google Shape;608;p15"/>
          <p:cNvSpPr txBox="1"/>
          <p:nvPr>
            <p:ph idx="2" type="subTitle"/>
          </p:nvPr>
        </p:nvSpPr>
        <p:spPr>
          <a:xfrm>
            <a:off x="1294385" y="2798237"/>
            <a:ext cx="7136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9" name="Google Shape;609;p15"/>
          <p:cNvSpPr txBox="1"/>
          <p:nvPr>
            <p:ph idx="3" type="subTitle"/>
          </p:nvPr>
        </p:nvSpPr>
        <p:spPr>
          <a:xfrm>
            <a:off x="1294385" y="3941237"/>
            <a:ext cx="7136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0" name="Google Shape;610;p15"/>
          <p:cNvSpPr txBox="1"/>
          <p:nvPr>
            <p:ph idx="4" type="subTitle"/>
          </p:nvPr>
        </p:nvSpPr>
        <p:spPr>
          <a:xfrm>
            <a:off x="1294375" y="1375477"/>
            <a:ext cx="71364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000">
                <a:latin typeface="Archivo"/>
                <a:ea typeface="Archivo"/>
                <a:cs typeface="Archivo"/>
                <a:sym typeface="Archiv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611" name="Google Shape;611;p15"/>
          <p:cNvSpPr txBox="1"/>
          <p:nvPr>
            <p:ph idx="5" type="subTitle"/>
          </p:nvPr>
        </p:nvSpPr>
        <p:spPr>
          <a:xfrm>
            <a:off x="1294375" y="2496027"/>
            <a:ext cx="71364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000">
                <a:latin typeface="Archivo"/>
                <a:ea typeface="Archivo"/>
                <a:cs typeface="Archivo"/>
                <a:sym typeface="Archiv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612" name="Google Shape;612;p15"/>
          <p:cNvSpPr txBox="1"/>
          <p:nvPr>
            <p:ph idx="6" type="subTitle"/>
          </p:nvPr>
        </p:nvSpPr>
        <p:spPr>
          <a:xfrm>
            <a:off x="1294375" y="3616577"/>
            <a:ext cx="71364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000">
                <a:latin typeface="Archivo"/>
                <a:ea typeface="Archivo"/>
                <a:cs typeface="Archivo"/>
                <a:sym typeface="Archiv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grpSp>
        <p:nvGrpSpPr>
          <p:cNvPr id="613" name="Google Shape;613;p15"/>
          <p:cNvGrpSpPr/>
          <p:nvPr/>
        </p:nvGrpSpPr>
        <p:grpSpPr>
          <a:xfrm>
            <a:off x="-443807" y="-948650"/>
            <a:ext cx="9956582" cy="6051825"/>
            <a:chOff x="-443807" y="-948650"/>
            <a:chExt cx="9956582" cy="6051825"/>
          </a:xfrm>
        </p:grpSpPr>
        <p:grpSp>
          <p:nvGrpSpPr>
            <p:cNvPr id="614" name="Google Shape;614;p15"/>
            <p:cNvGrpSpPr/>
            <p:nvPr/>
          </p:nvGrpSpPr>
          <p:grpSpPr>
            <a:xfrm>
              <a:off x="6093702" y="-948650"/>
              <a:ext cx="3419073" cy="1782378"/>
              <a:chOff x="3975102" y="-851325"/>
              <a:chExt cx="3419073" cy="1782378"/>
            </a:xfrm>
          </p:grpSpPr>
          <p:grpSp>
            <p:nvGrpSpPr>
              <p:cNvPr id="615" name="Google Shape;615;p15"/>
              <p:cNvGrpSpPr/>
              <p:nvPr/>
            </p:nvGrpSpPr>
            <p:grpSpPr>
              <a:xfrm>
                <a:off x="4368809" y="-635621"/>
                <a:ext cx="1245819" cy="1079037"/>
                <a:chOff x="7983967" y="244032"/>
                <a:chExt cx="815700" cy="706500"/>
              </a:xfrm>
            </p:grpSpPr>
            <p:sp>
              <p:nvSpPr>
                <p:cNvPr id="616" name="Google Shape;616;p15"/>
                <p:cNvSpPr/>
                <p:nvPr/>
              </p:nvSpPr>
              <p:spPr>
                <a:xfrm>
                  <a:off x="7983967" y="244032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617" name="Google Shape;617;p15"/>
                <p:cNvSpPr/>
                <p:nvPr/>
              </p:nvSpPr>
              <p:spPr>
                <a:xfrm>
                  <a:off x="8027224" y="281546"/>
                  <a:ext cx="729300" cy="631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618" name="Google Shape;618;p15"/>
                <p:cNvSpPr/>
                <p:nvPr/>
              </p:nvSpPr>
              <p:spPr>
                <a:xfrm>
                  <a:off x="8316706" y="532281"/>
                  <a:ext cx="150300" cy="1302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619" name="Google Shape;619;p15"/>
              <p:cNvGrpSpPr/>
              <p:nvPr/>
            </p:nvGrpSpPr>
            <p:grpSpPr>
              <a:xfrm>
                <a:off x="6360273" y="-338456"/>
                <a:ext cx="917499" cy="794671"/>
                <a:chOff x="8022925" y="186250"/>
                <a:chExt cx="815700" cy="706500"/>
              </a:xfrm>
            </p:grpSpPr>
            <p:sp>
              <p:nvSpPr>
                <p:cNvPr id="620" name="Google Shape;620;p15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621" name="Google Shape;621;p15"/>
                <p:cNvSpPr/>
                <p:nvPr/>
              </p:nvSpPr>
              <p:spPr>
                <a:xfrm>
                  <a:off x="8169420" y="313166"/>
                  <a:ext cx="522900" cy="452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622" name="Google Shape;622;p15"/>
              <p:cNvGrpSpPr/>
              <p:nvPr/>
            </p:nvGrpSpPr>
            <p:grpSpPr>
              <a:xfrm>
                <a:off x="5548840" y="-8756"/>
                <a:ext cx="587793" cy="509104"/>
                <a:chOff x="8022925" y="186250"/>
                <a:chExt cx="815700" cy="706500"/>
              </a:xfrm>
            </p:grpSpPr>
            <p:sp>
              <p:nvSpPr>
                <p:cNvPr id="623" name="Google Shape;623;p15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624" name="Google Shape;624;p15"/>
                <p:cNvSpPr/>
                <p:nvPr/>
              </p:nvSpPr>
              <p:spPr>
                <a:xfrm>
                  <a:off x="8114217" y="265360"/>
                  <a:ext cx="633300" cy="5484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625" name="Google Shape;625;p15"/>
              <p:cNvSpPr/>
              <p:nvPr/>
            </p:nvSpPr>
            <p:spPr>
              <a:xfrm>
                <a:off x="3975102" y="-19647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26" name="Google Shape;626;p15"/>
              <p:cNvCxnSpPr>
                <a:stCxn id="623" idx="0"/>
              </p:cNvCxnSpPr>
              <p:nvPr/>
            </p:nvCxnSpPr>
            <p:spPr>
              <a:xfrm>
                <a:off x="6136634" y="245796"/>
                <a:ext cx="154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7" name="Google Shape;627;p15"/>
              <p:cNvCxnSpPr>
                <a:stCxn id="620" idx="3"/>
              </p:cNvCxnSpPr>
              <p:nvPr/>
            </p:nvCxnSpPr>
            <p:spPr>
              <a:xfrm flipH="1">
                <a:off x="6287073" y="58880"/>
                <a:ext cx="73200" cy="18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28" name="Google Shape;628;p15"/>
              <p:cNvSpPr/>
              <p:nvPr/>
            </p:nvSpPr>
            <p:spPr>
              <a:xfrm>
                <a:off x="6393525" y="500350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29" name="Google Shape;629;p15"/>
              <p:cNvCxnSpPr>
                <a:stCxn id="620" idx="5"/>
              </p:cNvCxnSpPr>
              <p:nvPr/>
            </p:nvCxnSpPr>
            <p:spPr>
              <a:xfrm flipH="1" rot="10800000">
                <a:off x="7079105" y="-816055"/>
                <a:ext cx="275700" cy="47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30" name="Google Shape;630;p15"/>
              <p:cNvSpPr/>
              <p:nvPr/>
            </p:nvSpPr>
            <p:spPr>
              <a:xfrm>
                <a:off x="7315575" y="-85132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1" name="Google Shape;631;p15"/>
              <p:cNvSpPr/>
              <p:nvPr/>
            </p:nvSpPr>
            <p:spPr>
              <a:xfrm>
                <a:off x="6525052" y="664953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632" name="Google Shape;632;p15"/>
            <p:cNvGrpSpPr/>
            <p:nvPr/>
          </p:nvGrpSpPr>
          <p:grpSpPr>
            <a:xfrm rot="10800000">
              <a:off x="-443807" y="2829059"/>
              <a:ext cx="917499" cy="794671"/>
              <a:chOff x="8022925" y="186250"/>
              <a:chExt cx="815700" cy="706500"/>
            </a:xfrm>
          </p:grpSpPr>
          <p:sp>
            <p:nvSpPr>
              <p:cNvPr id="633" name="Google Shape;633;p15"/>
              <p:cNvSpPr/>
              <p:nvPr/>
            </p:nvSpPr>
            <p:spPr>
              <a:xfrm>
                <a:off x="8022925" y="186250"/>
                <a:ext cx="815700" cy="7065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4" name="Google Shape;634;p15"/>
              <p:cNvSpPr/>
              <p:nvPr/>
            </p:nvSpPr>
            <p:spPr>
              <a:xfrm>
                <a:off x="8169420" y="313166"/>
                <a:ext cx="522900" cy="4527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635" name="Google Shape;635;p15"/>
            <p:cNvGrpSpPr/>
            <p:nvPr/>
          </p:nvGrpSpPr>
          <p:grpSpPr>
            <a:xfrm flipH="1">
              <a:off x="8055928" y="4390325"/>
              <a:ext cx="990993" cy="712850"/>
              <a:chOff x="-54031" y="3864675"/>
              <a:chExt cx="990993" cy="712850"/>
            </a:xfrm>
          </p:grpSpPr>
          <p:grpSp>
            <p:nvGrpSpPr>
              <p:cNvPr id="636" name="Google Shape;636;p15"/>
              <p:cNvGrpSpPr/>
              <p:nvPr/>
            </p:nvGrpSpPr>
            <p:grpSpPr>
              <a:xfrm rot="10800000">
                <a:off x="-54031" y="4020302"/>
                <a:ext cx="587793" cy="509104"/>
                <a:chOff x="8219133" y="114261"/>
                <a:chExt cx="815700" cy="706500"/>
              </a:xfrm>
            </p:grpSpPr>
            <p:sp>
              <p:nvSpPr>
                <p:cNvPr id="637" name="Google Shape;637;p15"/>
                <p:cNvSpPr/>
                <p:nvPr/>
              </p:nvSpPr>
              <p:spPr>
                <a:xfrm>
                  <a:off x="8219133" y="114261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638" name="Google Shape;638;p15"/>
                <p:cNvSpPr/>
                <p:nvPr/>
              </p:nvSpPr>
              <p:spPr>
                <a:xfrm>
                  <a:off x="8409510" y="279167"/>
                  <a:ext cx="435000" cy="3768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639" name="Google Shape;639;p15"/>
              <p:cNvSpPr/>
              <p:nvPr/>
            </p:nvSpPr>
            <p:spPr>
              <a:xfrm rot="10800000">
                <a:off x="21990" y="447522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40" name="Google Shape;640;p15"/>
              <p:cNvCxnSpPr>
                <a:stCxn id="637" idx="3"/>
              </p:cNvCxnSpPr>
              <p:nvPr/>
            </p:nvCxnSpPr>
            <p:spPr>
              <a:xfrm>
                <a:off x="533763" y="4274854"/>
                <a:ext cx="403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41" name="Google Shape;641;p15"/>
              <p:cNvSpPr/>
              <p:nvPr/>
            </p:nvSpPr>
            <p:spPr>
              <a:xfrm rot="10800000">
                <a:off x="87603" y="386467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_2"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4" name="Google Shape;644;p16"/>
          <p:cNvSpPr txBox="1"/>
          <p:nvPr>
            <p:ph idx="1" type="subTitle"/>
          </p:nvPr>
        </p:nvSpPr>
        <p:spPr>
          <a:xfrm>
            <a:off x="937625" y="2876550"/>
            <a:ext cx="21753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5" name="Google Shape;645;p16"/>
          <p:cNvSpPr txBox="1"/>
          <p:nvPr>
            <p:ph idx="2" type="subTitle"/>
          </p:nvPr>
        </p:nvSpPr>
        <p:spPr>
          <a:xfrm>
            <a:off x="3484346" y="2876550"/>
            <a:ext cx="21753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6" name="Google Shape;646;p16"/>
          <p:cNvSpPr txBox="1"/>
          <p:nvPr>
            <p:ph idx="3" type="subTitle"/>
          </p:nvPr>
        </p:nvSpPr>
        <p:spPr>
          <a:xfrm>
            <a:off x="6031074" y="2876550"/>
            <a:ext cx="21753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7" name="Google Shape;647;p16"/>
          <p:cNvSpPr txBox="1"/>
          <p:nvPr>
            <p:ph idx="4" type="subTitle"/>
          </p:nvPr>
        </p:nvSpPr>
        <p:spPr>
          <a:xfrm>
            <a:off x="937625" y="2571750"/>
            <a:ext cx="2175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000"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648" name="Google Shape;648;p16"/>
          <p:cNvSpPr txBox="1"/>
          <p:nvPr>
            <p:ph idx="5" type="subTitle"/>
          </p:nvPr>
        </p:nvSpPr>
        <p:spPr>
          <a:xfrm>
            <a:off x="3484347" y="2571750"/>
            <a:ext cx="2175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000"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649" name="Google Shape;649;p16"/>
          <p:cNvSpPr txBox="1"/>
          <p:nvPr>
            <p:ph idx="6" type="subTitle"/>
          </p:nvPr>
        </p:nvSpPr>
        <p:spPr>
          <a:xfrm>
            <a:off x="6031075" y="2571750"/>
            <a:ext cx="2175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000"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b="1" sz="26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grpSp>
        <p:nvGrpSpPr>
          <p:cNvPr id="650" name="Google Shape;650;p16"/>
          <p:cNvGrpSpPr/>
          <p:nvPr/>
        </p:nvGrpSpPr>
        <p:grpSpPr>
          <a:xfrm>
            <a:off x="-266412" y="169275"/>
            <a:ext cx="9838805" cy="5482894"/>
            <a:chOff x="-266412" y="169275"/>
            <a:chExt cx="9838805" cy="5482894"/>
          </a:xfrm>
        </p:grpSpPr>
        <p:grpSp>
          <p:nvGrpSpPr>
            <p:cNvPr id="651" name="Google Shape;651;p16"/>
            <p:cNvGrpSpPr/>
            <p:nvPr/>
          </p:nvGrpSpPr>
          <p:grpSpPr>
            <a:xfrm rot="5400000">
              <a:off x="7563177" y="3721379"/>
              <a:ext cx="2280941" cy="1580637"/>
              <a:chOff x="7469202" y="-252046"/>
              <a:chExt cx="2280941" cy="1580637"/>
            </a:xfrm>
          </p:grpSpPr>
          <p:grpSp>
            <p:nvGrpSpPr>
              <p:cNvPr id="652" name="Google Shape;652;p16"/>
              <p:cNvGrpSpPr/>
              <p:nvPr/>
            </p:nvGrpSpPr>
            <p:grpSpPr>
              <a:xfrm>
                <a:off x="8488484" y="-252046"/>
                <a:ext cx="1261659" cy="1580637"/>
                <a:chOff x="484534" y="-782621"/>
                <a:chExt cx="1261659" cy="1580637"/>
              </a:xfrm>
            </p:grpSpPr>
            <p:grpSp>
              <p:nvGrpSpPr>
                <p:cNvPr id="653" name="Google Shape;653;p16"/>
                <p:cNvGrpSpPr/>
                <p:nvPr/>
              </p:nvGrpSpPr>
              <p:grpSpPr>
                <a:xfrm>
                  <a:off x="484534" y="-782621"/>
                  <a:ext cx="1245819" cy="1079037"/>
                  <a:chOff x="8054206" y="147783"/>
                  <a:chExt cx="815700" cy="706500"/>
                </a:xfrm>
              </p:grpSpPr>
              <p:sp>
                <p:nvSpPr>
                  <p:cNvPr id="654" name="Google Shape;654;p16"/>
                  <p:cNvSpPr/>
                  <p:nvPr/>
                </p:nvSpPr>
                <p:spPr>
                  <a:xfrm>
                    <a:off x="8054206" y="147783"/>
                    <a:ext cx="815700" cy="706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655" name="Google Shape;655;p16"/>
                  <p:cNvSpPr/>
                  <p:nvPr/>
                </p:nvSpPr>
                <p:spPr>
                  <a:xfrm>
                    <a:off x="8097463" y="185298"/>
                    <a:ext cx="729300" cy="631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656" name="Google Shape;656;p16"/>
                  <p:cNvSpPr/>
                  <p:nvPr/>
                </p:nvSpPr>
                <p:spPr>
                  <a:xfrm>
                    <a:off x="8276780" y="340606"/>
                    <a:ext cx="370500" cy="3210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657" name="Google Shape;657;p16"/>
                <p:cNvCxnSpPr>
                  <a:stCxn id="654" idx="1"/>
                </p:cNvCxnSpPr>
                <p:nvPr/>
              </p:nvCxnSpPr>
              <p:spPr>
                <a:xfrm flipH="1" rot="-5400000">
                  <a:off x="1352593" y="404416"/>
                  <a:ext cx="501600" cy="285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658" name="Google Shape;658;p16"/>
                <p:cNvSpPr/>
                <p:nvPr/>
              </p:nvSpPr>
              <p:spPr>
                <a:xfrm>
                  <a:off x="879227" y="414178"/>
                  <a:ext cx="307200" cy="2661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659" name="Google Shape;659;p16"/>
              <p:cNvCxnSpPr>
                <a:stCxn id="654" idx="3"/>
                <a:endCxn id="660" idx="0"/>
              </p:cNvCxnSpPr>
              <p:nvPr/>
            </p:nvCxnSpPr>
            <p:spPr>
              <a:xfrm>
                <a:off x="8132384" y="-68627"/>
                <a:ext cx="0" cy="71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60" name="Google Shape;660;p16"/>
              <p:cNvSpPr/>
              <p:nvPr/>
            </p:nvSpPr>
            <p:spPr>
              <a:xfrm>
                <a:off x="7469202" y="154428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661" name="Google Shape;661;p16"/>
            <p:cNvGrpSpPr/>
            <p:nvPr/>
          </p:nvGrpSpPr>
          <p:grpSpPr>
            <a:xfrm>
              <a:off x="-266412" y="3745938"/>
              <a:ext cx="1835863" cy="1646533"/>
              <a:chOff x="8352175" y="-274150"/>
              <a:chExt cx="1835863" cy="1646533"/>
            </a:xfrm>
          </p:grpSpPr>
          <p:grpSp>
            <p:nvGrpSpPr>
              <p:cNvPr id="662" name="Google Shape;662;p16"/>
              <p:cNvGrpSpPr/>
              <p:nvPr/>
            </p:nvGrpSpPr>
            <p:grpSpPr>
              <a:xfrm>
                <a:off x="9314994" y="616216"/>
                <a:ext cx="873044" cy="756167"/>
                <a:chOff x="8022925" y="186250"/>
                <a:chExt cx="815700" cy="706500"/>
              </a:xfrm>
            </p:grpSpPr>
            <p:sp>
              <p:nvSpPr>
                <p:cNvPr id="663" name="Google Shape;663;p16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664" name="Google Shape;664;p16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665" name="Google Shape;665;p16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666" name="Google Shape;666;p16"/>
              <p:cNvSpPr/>
              <p:nvPr/>
            </p:nvSpPr>
            <p:spPr>
              <a:xfrm>
                <a:off x="8383126" y="-206726"/>
                <a:ext cx="457200" cy="3960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67" name="Google Shape;667;p16"/>
              <p:cNvSpPr/>
              <p:nvPr/>
            </p:nvSpPr>
            <p:spPr>
              <a:xfrm>
                <a:off x="9118688" y="590550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668" name="Google Shape;668;p16"/>
              <p:cNvGrpSpPr/>
              <p:nvPr/>
            </p:nvGrpSpPr>
            <p:grpSpPr>
              <a:xfrm>
                <a:off x="8408775" y="-274150"/>
                <a:ext cx="906219" cy="1300800"/>
                <a:chOff x="6860600" y="1707050"/>
                <a:chExt cx="906219" cy="1300800"/>
              </a:xfrm>
            </p:grpSpPr>
            <p:grpSp>
              <p:nvGrpSpPr>
                <p:cNvPr id="669" name="Google Shape;669;p16"/>
                <p:cNvGrpSpPr/>
                <p:nvPr/>
              </p:nvGrpSpPr>
              <p:grpSpPr>
                <a:xfrm>
                  <a:off x="6860600" y="2285500"/>
                  <a:ext cx="906219" cy="722350"/>
                  <a:chOff x="6860600" y="2285500"/>
                  <a:chExt cx="906219" cy="722350"/>
                </a:xfrm>
              </p:grpSpPr>
              <p:cxnSp>
                <p:nvCxnSpPr>
                  <p:cNvPr id="670" name="Google Shape;670;p16"/>
                  <p:cNvCxnSpPr>
                    <a:stCxn id="663" idx="3"/>
                  </p:cNvCxnSpPr>
                  <p:nvPr/>
                </p:nvCxnSpPr>
                <p:spPr>
                  <a:xfrm rot="10800000">
                    <a:off x="7612919" y="2975499"/>
                    <a:ext cx="1539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671" name="Google Shape;671;p16"/>
                  <p:cNvGrpSpPr/>
                  <p:nvPr/>
                </p:nvGrpSpPr>
                <p:grpSpPr>
                  <a:xfrm>
                    <a:off x="6860600" y="2285500"/>
                    <a:ext cx="755625" cy="690000"/>
                    <a:chOff x="6860600" y="2285500"/>
                    <a:chExt cx="755625" cy="690000"/>
                  </a:xfrm>
                </p:grpSpPr>
                <p:cxnSp>
                  <p:nvCxnSpPr>
                    <p:cNvPr id="672" name="Google Shape;672;p16"/>
                    <p:cNvCxnSpPr/>
                    <p:nvPr/>
                  </p:nvCxnSpPr>
                  <p:spPr>
                    <a:xfrm rot="10800000">
                      <a:off x="7262825" y="2285500"/>
                      <a:ext cx="353400" cy="6900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73" name="Google Shape;673;p16"/>
                    <p:cNvCxnSpPr/>
                    <p:nvPr/>
                  </p:nvCxnSpPr>
                  <p:spPr>
                    <a:xfrm rot="10800000">
                      <a:off x="6860600" y="2289200"/>
                      <a:ext cx="40590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sp>
                <p:nvSpPr>
                  <p:cNvPr id="674" name="Google Shape;674;p16"/>
                  <p:cNvSpPr/>
                  <p:nvPr/>
                </p:nvSpPr>
                <p:spPr>
                  <a:xfrm>
                    <a:off x="7584350" y="2943050"/>
                    <a:ext cx="64800" cy="648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675" name="Google Shape;675;p16"/>
                <p:cNvCxnSpPr/>
                <p:nvPr/>
              </p:nvCxnSpPr>
              <p:spPr>
                <a:xfrm flipH="1" rot="10800000">
                  <a:off x="7261350" y="1744525"/>
                  <a:ext cx="315600" cy="546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676" name="Google Shape;676;p16"/>
                <p:cNvSpPr/>
                <p:nvPr/>
              </p:nvSpPr>
              <p:spPr>
                <a:xfrm>
                  <a:off x="7545125" y="1707050"/>
                  <a:ext cx="73500" cy="73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677" name="Google Shape;677;p16"/>
              <p:cNvSpPr/>
              <p:nvPr/>
            </p:nvSpPr>
            <p:spPr>
              <a:xfrm>
                <a:off x="8352175" y="26867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78" name="Google Shape;678;p16"/>
              <p:cNvSpPr/>
              <p:nvPr/>
            </p:nvSpPr>
            <p:spPr>
              <a:xfrm>
                <a:off x="8504977" y="426753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679" name="Google Shape;679;p16"/>
            <p:cNvGrpSpPr/>
            <p:nvPr/>
          </p:nvGrpSpPr>
          <p:grpSpPr>
            <a:xfrm flipH="1">
              <a:off x="8430776" y="169275"/>
              <a:ext cx="1141616" cy="1740595"/>
              <a:chOff x="-377824" y="3323825"/>
              <a:chExt cx="1141616" cy="1740595"/>
            </a:xfrm>
          </p:grpSpPr>
          <p:grpSp>
            <p:nvGrpSpPr>
              <p:cNvPr id="680" name="Google Shape;680;p16"/>
              <p:cNvGrpSpPr/>
              <p:nvPr/>
            </p:nvGrpSpPr>
            <p:grpSpPr>
              <a:xfrm>
                <a:off x="-377824" y="3991865"/>
                <a:ext cx="1141616" cy="1072555"/>
                <a:chOff x="4046769" y="1482116"/>
                <a:chExt cx="1390180" cy="1306082"/>
              </a:xfrm>
            </p:grpSpPr>
            <p:grpSp>
              <p:nvGrpSpPr>
                <p:cNvPr id="681" name="Google Shape;681;p16"/>
                <p:cNvGrpSpPr/>
                <p:nvPr/>
              </p:nvGrpSpPr>
              <p:grpSpPr>
                <a:xfrm>
                  <a:off x="4046769" y="1482116"/>
                  <a:ext cx="1180258" cy="756167"/>
                  <a:chOff x="4046769" y="1482116"/>
                  <a:chExt cx="1180258" cy="756167"/>
                </a:xfrm>
              </p:grpSpPr>
              <p:grpSp>
                <p:nvGrpSpPr>
                  <p:cNvPr id="682" name="Google Shape;682;p16"/>
                  <p:cNvGrpSpPr/>
                  <p:nvPr/>
                </p:nvGrpSpPr>
                <p:grpSpPr>
                  <a:xfrm>
                    <a:off x="4046769" y="1482116"/>
                    <a:ext cx="873044" cy="756167"/>
                    <a:chOff x="8022925" y="186250"/>
                    <a:chExt cx="815700" cy="706500"/>
                  </a:xfrm>
                </p:grpSpPr>
                <p:sp>
                  <p:nvSpPr>
                    <p:cNvPr id="683" name="Google Shape;683;p16"/>
                    <p:cNvSpPr/>
                    <p:nvPr/>
                  </p:nvSpPr>
                  <p:spPr>
                    <a:xfrm>
                      <a:off x="8022925" y="186250"/>
                      <a:ext cx="815700" cy="7065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684" name="Google Shape;684;p16"/>
                    <p:cNvSpPr/>
                    <p:nvPr/>
                  </p:nvSpPr>
                  <p:spPr>
                    <a:xfrm>
                      <a:off x="8133718" y="282237"/>
                      <a:ext cx="594300" cy="5145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685" name="Google Shape;685;p16"/>
                    <p:cNvSpPr/>
                    <p:nvPr/>
                  </p:nvSpPr>
                  <p:spPr>
                    <a:xfrm>
                      <a:off x="8240438" y="374705"/>
                      <a:ext cx="380700" cy="3297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</p:grpSp>
              <p:sp>
                <p:nvSpPr>
                  <p:cNvPr id="686" name="Google Shape;686;p16"/>
                  <p:cNvSpPr/>
                  <p:nvPr/>
                </p:nvSpPr>
                <p:spPr>
                  <a:xfrm>
                    <a:off x="4919827" y="1953578"/>
                    <a:ext cx="307200" cy="2661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solidFill>
                    <a:srgbClr val="AFE0D9">
                      <a:alpha val="59490"/>
                    </a:srgb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687" name="Google Shape;687;p16"/>
                  <p:cNvSpPr/>
                  <p:nvPr/>
                </p:nvSpPr>
                <p:spPr>
                  <a:xfrm>
                    <a:off x="4981813" y="1541325"/>
                    <a:ext cx="102300" cy="1023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688" name="Google Shape;688;p16"/>
                <p:cNvCxnSpPr>
                  <a:stCxn id="683" idx="1"/>
                  <a:endCxn id="689" idx="3"/>
                </p:cNvCxnSpPr>
                <p:nvPr/>
              </p:nvCxnSpPr>
              <p:spPr>
                <a:xfrm>
                  <a:off x="4730771" y="2238282"/>
                  <a:ext cx="206400" cy="33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689" name="Google Shape;689;p16"/>
                <p:cNvSpPr/>
                <p:nvPr/>
              </p:nvSpPr>
              <p:spPr>
                <a:xfrm>
                  <a:off x="4937149" y="2355298"/>
                  <a:ext cx="499800" cy="4329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690" name="Google Shape;690;p16"/>
                <p:cNvSpPr/>
                <p:nvPr/>
              </p:nvSpPr>
              <p:spPr>
                <a:xfrm>
                  <a:off x="4988000" y="2399325"/>
                  <a:ext cx="398100" cy="3450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691" name="Google Shape;691;p16"/>
              <p:cNvSpPr/>
              <p:nvPr/>
            </p:nvSpPr>
            <p:spPr>
              <a:xfrm>
                <a:off x="-70275" y="3323825"/>
                <a:ext cx="595500" cy="5157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92" name="Google Shape;692;p16"/>
              <p:cNvSpPr/>
              <p:nvPr/>
            </p:nvSpPr>
            <p:spPr>
              <a:xfrm>
                <a:off x="14475" y="3397200"/>
                <a:ext cx="426000" cy="3690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_1"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5" name="Google Shape;695;p17"/>
          <p:cNvSpPr txBox="1"/>
          <p:nvPr>
            <p:ph idx="1" type="subTitle"/>
          </p:nvPr>
        </p:nvSpPr>
        <p:spPr>
          <a:xfrm>
            <a:off x="1114552" y="2093303"/>
            <a:ext cx="197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6" name="Google Shape;696;p17"/>
          <p:cNvSpPr txBox="1"/>
          <p:nvPr>
            <p:ph idx="2" type="subTitle"/>
          </p:nvPr>
        </p:nvSpPr>
        <p:spPr>
          <a:xfrm>
            <a:off x="3584400" y="2093303"/>
            <a:ext cx="197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7" name="Google Shape;697;p17"/>
          <p:cNvSpPr txBox="1"/>
          <p:nvPr>
            <p:ph idx="3" type="subTitle"/>
          </p:nvPr>
        </p:nvSpPr>
        <p:spPr>
          <a:xfrm>
            <a:off x="1114552" y="3523528"/>
            <a:ext cx="197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8" name="Google Shape;698;p17"/>
          <p:cNvSpPr txBox="1"/>
          <p:nvPr>
            <p:ph idx="4" type="subTitle"/>
          </p:nvPr>
        </p:nvSpPr>
        <p:spPr>
          <a:xfrm>
            <a:off x="3584400" y="3523528"/>
            <a:ext cx="197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9" name="Google Shape;699;p17"/>
          <p:cNvSpPr txBox="1"/>
          <p:nvPr>
            <p:ph idx="5" type="subTitle"/>
          </p:nvPr>
        </p:nvSpPr>
        <p:spPr>
          <a:xfrm>
            <a:off x="6054248" y="2093303"/>
            <a:ext cx="197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0" name="Google Shape;700;p17"/>
          <p:cNvSpPr txBox="1"/>
          <p:nvPr>
            <p:ph idx="6" type="subTitle"/>
          </p:nvPr>
        </p:nvSpPr>
        <p:spPr>
          <a:xfrm>
            <a:off x="6054248" y="3523528"/>
            <a:ext cx="197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1" name="Google Shape;701;p17"/>
          <p:cNvSpPr txBox="1"/>
          <p:nvPr>
            <p:ph idx="7" type="subTitle"/>
          </p:nvPr>
        </p:nvSpPr>
        <p:spPr>
          <a:xfrm>
            <a:off x="1113052" y="1656770"/>
            <a:ext cx="197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702" name="Google Shape;702;p17"/>
          <p:cNvSpPr txBox="1"/>
          <p:nvPr>
            <p:ph idx="8" type="subTitle"/>
          </p:nvPr>
        </p:nvSpPr>
        <p:spPr>
          <a:xfrm>
            <a:off x="3582900" y="1656770"/>
            <a:ext cx="197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703" name="Google Shape;703;p17"/>
          <p:cNvSpPr txBox="1"/>
          <p:nvPr>
            <p:ph idx="9" type="subTitle"/>
          </p:nvPr>
        </p:nvSpPr>
        <p:spPr>
          <a:xfrm>
            <a:off x="6052748" y="1656770"/>
            <a:ext cx="197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704" name="Google Shape;704;p17"/>
          <p:cNvSpPr txBox="1"/>
          <p:nvPr>
            <p:ph idx="13" type="subTitle"/>
          </p:nvPr>
        </p:nvSpPr>
        <p:spPr>
          <a:xfrm>
            <a:off x="1113052" y="3086800"/>
            <a:ext cx="197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705" name="Google Shape;705;p17"/>
          <p:cNvSpPr txBox="1"/>
          <p:nvPr>
            <p:ph idx="14" type="subTitle"/>
          </p:nvPr>
        </p:nvSpPr>
        <p:spPr>
          <a:xfrm>
            <a:off x="3582900" y="3086800"/>
            <a:ext cx="197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706" name="Google Shape;706;p17"/>
          <p:cNvSpPr txBox="1"/>
          <p:nvPr>
            <p:ph idx="15" type="subTitle"/>
          </p:nvPr>
        </p:nvSpPr>
        <p:spPr>
          <a:xfrm>
            <a:off x="6052748" y="3086800"/>
            <a:ext cx="197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grpSp>
        <p:nvGrpSpPr>
          <p:cNvPr id="707" name="Google Shape;707;p17"/>
          <p:cNvGrpSpPr/>
          <p:nvPr/>
        </p:nvGrpSpPr>
        <p:grpSpPr>
          <a:xfrm>
            <a:off x="-443787" y="-659150"/>
            <a:ext cx="10068650" cy="5765108"/>
            <a:chOff x="-443787" y="-659150"/>
            <a:chExt cx="10068650" cy="5765108"/>
          </a:xfrm>
        </p:grpSpPr>
        <p:grpSp>
          <p:nvGrpSpPr>
            <p:cNvPr id="708" name="Google Shape;708;p17"/>
            <p:cNvGrpSpPr/>
            <p:nvPr/>
          </p:nvGrpSpPr>
          <p:grpSpPr>
            <a:xfrm>
              <a:off x="7789000" y="-659150"/>
              <a:ext cx="1835863" cy="2141449"/>
              <a:chOff x="8352175" y="-274150"/>
              <a:chExt cx="1835863" cy="2141449"/>
            </a:xfrm>
          </p:grpSpPr>
          <p:grpSp>
            <p:nvGrpSpPr>
              <p:cNvPr id="709" name="Google Shape;709;p17"/>
              <p:cNvGrpSpPr/>
              <p:nvPr/>
            </p:nvGrpSpPr>
            <p:grpSpPr>
              <a:xfrm>
                <a:off x="9314994" y="616216"/>
                <a:ext cx="873044" cy="756167"/>
                <a:chOff x="8022925" y="186250"/>
                <a:chExt cx="815700" cy="706500"/>
              </a:xfrm>
            </p:grpSpPr>
            <p:sp>
              <p:nvSpPr>
                <p:cNvPr id="710" name="Google Shape;710;p17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711" name="Google Shape;711;p17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712" name="Google Shape;712;p17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713" name="Google Shape;713;p17"/>
              <p:cNvSpPr/>
              <p:nvPr/>
            </p:nvSpPr>
            <p:spPr>
              <a:xfrm>
                <a:off x="9315001" y="1471299"/>
                <a:ext cx="457200" cy="3960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14" name="Google Shape;714;p17"/>
              <p:cNvSpPr/>
              <p:nvPr/>
            </p:nvSpPr>
            <p:spPr>
              <a:xfrm>
                <a:off x="9118688" y="590550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715" name="Google Shape;715;p17"/>
              <p:cNvGrpSpPr/>
              <p:nvPr/>
            </p:nvGrpSpPr>
            <p:grpSpPr>
              <a:xfrm>
                <a:off x="8408775" y="-274150"/>
                <a:ext cx="906219" cy="1300800"/>
                <a:chOff x="6860600" y="1707050"/>
                <a:chExt cx="906219" cy="1300800"/>
              </a:xfrm>
            </p:grpSpPr>
            <p:grpSp>
              <p:nvGrpSpPr>
                <p:cNvPr id="716" name="Google Shape;716;p17"/>
                <p:cNvGrpSpPr/>
                <p:nvPr/>
              </p:nvGrpSpPr>
              <p:grpSpPr>
                <a:xfrm>
                  <a:off x="6860600" y="2285500"/>
                  <a:ext cx="906219" cy="722350"/>
                  <a:chOff x="6860600" y="2285500"/>
                  <a:chExt cx="906219" cy="722350"/>
                </a:xfrm>
              </p:grpSpPr>
              <p:cxnSp>
                <p:nvCxnSpPr>
                  <p:cNvPr id="717" name="Google Shape;717;p17"/>
                  <p:cNvCxnSpPr>
                    <a:stCxn id="710" idx="3"/>
                  </p:cNvCxnSpPr>
                  <p:nvPr/>
                </p:nvCxnSpPr>
                <p:spPr>
                  <a:xfrm rot="10800000">
                    <a:off x="7612919" y="2975499"/>
                    <a:ext cx="1539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718" name="Google Shape;718;p17"/>
                  <p:cNvGrpSpPr/>
                  <p:nvPr/>
                </p:nvGrpSpPr>
                <p:grpSpPr>
                  <a:xfrm>
                    <a:off x="6860600" y="2285500"/>
                    <a:ext cx="755625" cy="690000"/>
                    <a:chOff x="6860600" y="2285500"/>
                    <a:chExt cx="755625" cy="690000"/>
                  </a:xfrm>
                </p:grpSpPr>
                <p:cxnSp>
                  <p:nvCxnSpPr>
                    <p:cNvPr id="719" name="Google Shape;719;p17"/>
                    <p:cNvCxnSpPr/>
                    <p:nvPr/>
                  </p:nvCxnSpPr>
                  <p:spPr>
                    <a:xfrm rot="10800000">
                      <a:off x="7262825" y="2285500"/>
                      <a:ext cx="353400" cy="6900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720" name="Google Shape;720;p17"/>
                    <p:cNvCxnSpPr/>
                    <p:nvPr/>
                  </p:nvCxnSpPr>
                  <p:spPr>
                    <a:xfrm rot="10800000">
                      <a:off x="6860600" y="2289200"/>
                      <a:ext cx="40590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sp>
                <p:nvSpPr>
                  <p:cNvPr id="721" name="Google Shape;721;p17"/>
                  <p:cNvSpPr/>
                  <p:nvPr/>
                </p:nvSpPr>
                <p:spPr>
                  <a:xfrm>
                    <a:off x="7584350" y="2943050"/>
                    <a:ext cx="64800" cy="648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722" name="Google Shape;722;p17"/>
                <p:cNvCxnSpPr/>
                <p:nvPr/>
              </p:nvCxnSpPr>
              <p:spPr>
                <a:xfrm flipH="1" rot="10800000">
                  <a:off x="7261350" y="1744525"/>
                  <a:ext cx="315600" cy="546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723" name="Google Shape;723;p17"/>
                <p:cNvSpPr/>
                <p:nvPr/>
              </p:nvSpPr>
              <p:spPr>
                <a:xfrm>
                  <a:off x="7545125" y="1707050"/>
                  <a:ext cx="73500" cy="73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724" name="Google Shape;724;p17"/>
              <p:cNvSpPr/>
              <p:nvPr/>
            </p:nvSpPr>
            <p:spPr>
              <a:xfrm>
                <a:off x="8352175" y="26867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25" name="Google Shape;725;p17"/>
              <p:cNvSpPr/>
              <p:nvPr/>
            </p:nvSpPr>
            <p:spPr>
              <a:xfrm>
                <a:off x="8504977" y="426753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726" name="Google Shape;726;p17"/>
            <p:cNvGrpSpPr/>
            <p:nvPr/>
          </p:nvGrpSpPr>
          <p:grpSpPr>
            <a:xfrm>
              <a:off x="-443787" y="3459425"/>
              <a:ext cx="1835863" cy="1646533"/>
              <a:chOff x="8352175" y="-274150"/>
              <a:chExt cx="1835863" cy="1646533"/>
            </a:xfrm>
          </p:grpSpPr>
          <p:grpSp>
            <p:nvGrpSpPr>
              <p:cNvPr id="727" name="Google Shape;727;p17"/>
              <p:cNvGrpSpPr/>
              <p:nvPr/>
            </p:nvGrpSpPr>
            <p:grpSpPr>
              <a:xfrm>
                <a:off x="9314994" y="616216"/>
                <a:ext cx="873044" cy="756167"/>
                <a:chOff x="8022925" y="186250"/>
                <a:chExt cx="815700" cy="706500"/>
              </a:xfrm>
            </p:grpSpPr>
            <p:sp>
              <p:nvSpPr>
                <p:cNvPr id="728" name="Google Shape;728;p17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729" name="Google Shape;729;p17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730" name="Google Shape;730;p17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731" name="Google Shape;731;p17"/>
              <p:cNvSpPr/>
              <p:nvPr/>
            </p:nvSpPr>
            <p:spPr>
              <a:xfrm>
                <a:off x="8914613" y="109999"/>
                <a:ext cx="457200" cy="3960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32" name="Google Shape;732;p17"/>
              <p:cNvSpPr/>
              <p:nvPr/>
            </p:nvSpPr>
            <p:spPr>
              <a:xfrm>
                <a:off x="9118688" y="590550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733" name="Google Shape;733;p17"/>
              <p:cNvGrpSpPr/>
              <p:nvPr/>
            </p:nvGrpSpPr>
            <p:grpSpPr>
              <a:xfrm>
                <a:off x="8408775" y="-274150"/>
                <a:ext cx="906219" cy="1300800"/>
                <a:chOff x="6860600" y="1707050"/>
                <a:chExt cx="906219" cy="1300800"/>
              </a:xfrm>
            </p:grpSpPr>
            <p:grpSp>
              <p:nvGrpSpPr>
                <p:cNvPr id="734" name="Google Shape;734;p17"/>
                <p:cNvGrpSpPr/>
                <p:nvPr/>
              </p:nvGrpSpPr>
              <p:grpSpPr>
                <a:xfrm>
                  <a:off x="6860600" y="2285500"/>
                  <a:ext cx="906219" cy="722350"/>
                  <a:chOff x="6860600" y="2285500"/>
                  <a:chExt cx="906219" cy="722350"/>
                </a:xfrm>
              </p:grpSpPr>
              <p:cxnSp>
                <p:nvCxnSpPr>
                  <p:cNvPr id="735" name="Google Shape;735;p17"/>
                  <p:cNvCxnSpPr>
                    <a:stCxn id="728" idx="3"/>
                  </p:cNvCxnSpPr>
                  <p:nvPr/>
                </p:nvCxnSpPr>
                <p:spPr>
                  <a:xfrm rot="10800000">
                    <a:off x="7612919" y="2975499"/>
                    <a:ext cx="1539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736" name="Google Shape;736;p17"/>
                  <p:cNvGrpSpPr/>
                  <p:nvPr/>
                </p:nvGrpSpPr>
                <p:grpSpPr>
                  <a:xfrm>
                    <a:off x="6860600" y="2285500"/>
                    <a:ext cx="755625" cy="690000"/>
                    <a:chOff x="6860600" y="2285500"/>
                    <a:chExt cx="755625" cy="690000"/>
                  </a:xfrm>
                </p:grpSpPr>
                <p:cxnSp>
                  <p:nvCxnSpPr>
                    <p:cNvPr id="737" name="Google Shape;737;p17"/>
                    <p:cNvCxnSpPr/>
                    <p:nvPr/>
                  </p:nvCxnSpPr>
                  <p:spPr>
                    <a:xfrm rot="10800000">
                      <a:off x="7262825" y="2285500"/>
                      <a:ext cx="353400" cy="6900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738" name="Google Shape;738;p17"/>
                    <p:cNvCxnSpPr/>
                    <p:nvPr/>
                  </p:nvCxnSpPr>
                  <p:spPr>
                    <a:xfrm rot="10800000">
                      <a:off x="6860600" y="2289200"/>
                      <a:ext cx="40590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sp>
                <p:nvSpPr>
                  <p:cNvPr id="739" name="Google Shape;739;p17"/>
                  <p:cNvSpPr/>
                  <p:nvPr/>
                </p:nvSpPr>
                <p:spPr>
                  <a:xfrm>
                    <a:off x="7584350" y="2943050"/>
                    <a:ext cx="64800" cy="648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740" name="Google Shape;740;p17"/>
                <p:cNvCxnSpPr/>
                <p:nvPr/>
              </p:nvCxnSpPr>
              <p:spPr>
                <a:xfrm flipH="1" rot="10800000">
                  <a:off x="7261350" y="1744525"/>
                  <a:ext cx="315600" cy="546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741" name="Google Shape;741;p17"/>
                <p:cNvSpPr/>
                <p:nvPr/>
              </p:nvSpPr>
              <p:spPr>
                <a:xfrm>
                  <a:off x="7545125" y="1707050"/>
                  <a:ext cx="73500" cy="73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742" name="Google Shape;742;p17"/>
              <p:cNvSpPr/>
              <p:nvPr/>
            </p:nvSpPr>
            <p:spPr>
              <a:xfrm>
                <a:off x="8352175" y="26867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43" name="Google Shape;743;p17"/>
              <p:cNvSpPr/>
              <p:nvPr/>
            </p:nvSpPr>
            <p:spPr>
              <a:xfrm>
                <a:off x="8914602" y="1106278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744" name="Google Shape;744;p17"/>
            <p:cNvGrpSpPr/>
            <p:nvPr/>
          </p:nvGrpSpPr>
          <p:grpSpPr>
            <a:xfrm flipH="1" rot="10800000">
              <a:off x="7697063" y="3660795"/>
              <a:ext cx="1330262" cy="1376576"/>
              <a:chOff x="6351988" y="-321084"/>
              <a:chExt cx="1330262" cy="1376576"/>
            </a:xfrm>
          </p:grpSpPr>
          <p:grpSp>
            <p:nvGrpSpPr>
              <p:cNvPr id="745" name="Google Shape;745;p17"/>
              <p:cNvGrpSpPr/>
              <p:nvPr/>
            </p:nvGrpSpPr>
            <p:grpSpPr>
              <a:xfrm>
                <a:off x="6809206" y="-321084"/>
                <a:ext cx="873044" cy="756167"/>
                <a:chOff x="8022925" y="186250"/>
                <a:chExt cx="815700" cy="706500"/>
              </a:xfrm>
            </p:grpSpPr>
            <p:sp>
              <p:nvSpPr>
                <p:cNvPr id="746" name="Google Shape;746;p17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747" name="Google Shape;747;p17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748" name="Google Shape;748;p17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749" name="Google Shape;749;p17"/>
              <p:cNvGrpSpPr/>
              <p:nvPr/>
            </p:nvGrpSpPr>
            <p:grpSpPr>
              <a:xfrm flipH="1" rot="10800000">
                <a:off x="6351988" y="-321066"/>
                <a:ext cx="1226026" cy="1376558"/>
                <a:chOff x="7161201" y="-272922"/>
                <a:chExt cx="1226026" cy="1376558"/>
              </a:xfrm>
            </p:grpSpPr>
            <p:sp>
              <p:nvSpPr>
                <p:cNvPr id="750" name="Google Shape;750;p17"/>
                <p:cNvSpPr/>
                <p:nvPr/>
              </p:nvSpPr>
              <p:spPr>
                <a:xfrm>
                  <a:off x="7161201" y="707636"/>
                  <a:ext cx="457200" cy="3960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751" name="Google Shape;751;p17"/>
                <p:cNvSpPr/>
                <p:nvPr/>
              </p:nvSpPr>
              <p:spPr>
                <a:xfrm>
                  <a:off x="8047438" y="191925"/>
                  <a:ext cx="102300" cy="1023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752" name="Google Shape;752;p17"/>
                <p:cNvSpPr/>
                <p:nvPr/>
              </p:nvSpPr>
              <p:spPr>
                <a:xfrm>
                  <a:off x="8080027" y="-272922"/>
                  <a:ext cx="307200" cy="2661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 ">
  <p:cSld name="TITLE_AND_BODY_1"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55" name="Google Shape;755;p18"/>
          <p:cNvSpPr txBox="1"/>
          <p:nvPr>
            <p:ph idx="1" type="body"/>
          </p:nvPr>
        </p:nvSpPr>
        <p:spPr>
          <a:xfrm>
            <a:off x="719975" y="1147224"/>
            <a:ext cx="7704000" cy="3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Catamaran Light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756" name="Google Shape;756;p18"/>
          <p:cNvGrpSpPr/>
          <p:nvPr/>
        </p:nvGrpSpPr>
        <p:grpSpPr>
          <a:xfrm>
            <a:off x="107819" y="-693575"/>
            <a:ext cx="10278993" cy="6189648"/>
            <a:chOff x="107819" y="-693575"/>
            <a:chExt cx="10278993" cy="6189648"/>
          </a:xfrm>
        </p:grpSpPr>
        <p:grpSp>
          <p:nvGrpSpPr>
            <p:cNvPr id="757" name="Google Shape;757;p18"/>
            <p:cNvGrpSpPr/>
            <p:nvPr/>
          </p:nvGrpSpPr>
          <p:grpSpPr>
            <a:xfrm>
              <a:off x="6969009" y="3051325"/>
              <a:ext cx="3417803" cy="2444748"/>
              <a:chOff x="5222059" y="1707050"/>
              <a:chExt cx="3417803" cy="2444748"/>
            </a:xfrm>
          </p:grpSpPr>
          <p:grpSp>
            <p:nvGrpSpPr>
              <p:cNvPr id="758" name="Google Shape;758;p18"/>
              <p:cNvGrpSpPr/>
              <p:nvPr/>
            </p:nvGrpSpPr>
            <p:grpSpPr>
              <a:xfrm>
                <a:off x="6230684" y="2436004"/>
                <a:ext cx="1245819" cy="1079037"/>
                <a:chOff x="8022925" y="186250"/>
                <a:chExt cx="815700" cy="706500"/>
              </a:xfrm>
            </p:grpSpPr>
            <p:sp>
              <p:nvSpPr>
                <p:cNvPr id="759" name="Google Shape;759;p18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760" name="Google Shape;760;p18"/>
                <p:cNvSpPr/>
                <p:nvPr/>
              </p:nvSpPr>
              <p:spPr>
                <a:xfrm>
                  <a:off x="8066182" y="223764"/>
                  <a:ext cx="729300" cy="631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761" name="Google Shape;761;p18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762" name="Google Shape;762;p18"/>
              <p:cNvGrpSpPr/>
              <p:nvPr/>
            </p:nvGrpSpPr>
            <p:grpSpPr>
              <a:xfrm>
                <a:off x="5222059" y="3089020"/>
                <a:ext cx="1008613" cy="873587"/>
                <a:chOff x="8022925" y="186250"/>
                <a:chExt cx="815700" cy="706500"/>
              </a:xfrm>
            </p:grpSpPr>
            <p:sp>
              <p:nvSpPr>
                <p:cNvPr id="763" name="Google Shape;763;p18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764" name="Google Shape;764;p18"/>
                <p:cNvSpPr/>
                <p:nvPr/>
              </p:nvSpPr>
              <p:spPr>
                <a:xfrm>
                  <a:off x="8066182" y="223764"/>
                  <a:ext cx="729300" cy="631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765" name="Google Shape;765;p18"/>
              <p:cNvGrpSpPr/>
              <p:nvPr/>
            </p:nvGrpSpPr>
            <p:grpSpPr>
              <a:xfrm>
                <a:off x="6286990" y="3642694"/>
                <a:ext cx="587793" cy="509104"/>
                <a:chOff x="8022925" y="186250"/>
                <a:chExt cx="815700" cy="706500"/>
              </a:xfrm>
            </p:grpSpPr>
            <p:sp>
              <p:nvSpPr>
                <p:cNvPr id="766" name="Google Shape;766;p18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767" name="Google Shape;767;p18"/>
                <p:cNvSpPr/>
                <p:nvPr/>
              </p:nvSpPr>
              <p:spPr>
                <a:xfrm>
                  <a:off x="8114217" y="265360"/>
                  <a:ext cx="633300" cy="5484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768" name="Google Shape;768;p18"/>
              <p:cNvSpPr/>
              <p:nvPr/>
            </p:nvSpPr>
            <p:spPr>
              <a:xfrm>
                <a:off x="6178600" y="292442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769" name="Google Shape;769;p18"/>
              <p:cNvGrpSpPr/>
              <p:nvPr/>
            </p:nvGrpSpPr>
            <p:grpSpPr>
              <a:xfrm>
                <a:off x="7766819" y="2597416"/>
                <a:ext cx="873044" cy="756167"/>
                <a:chOff x="8022925" y="186250"/>
                <a:chExt cx="815700" cy="706500"/>
              </a:xfrm>
            </p:grpSpPr>
            <p:sp>
              <p:nvSpPr>
                <p:cNvPr id="770" name="Google Shape;770;p18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771" name="Google Shape;771;p18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772" name="Google Shape;772;p18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773" name="Google Shape;773;p18"/>
              <p:cNvSpPr/>
              <p:nvPr/>
            </p:nvSpPr>
            <p:spPr>
              <a:xfrm>
                <a:off x="7394176" y="3089024"/>
                <a:ext cx="457200" cy="3960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74" name="Google Shape;774;p18"/>
              <p:cNvSpPr/>
              <p:nvPr/>
            </p:nvSpPr>
            <p:spPr>
              <a:xfrm>
                <a:off x="7570513" y="2571750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75" name="Google Shape;775;p18"/>
              <p:cNvSpPr/>
              <p:nvPr/>
            </p:nvSpPr>
            <p:spPr>
              <a:xfrm>
                <a:off x="7044827" y="3642703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776" name="Google Shape;776;p18"/>
              <p:cNvGrpSpPr/>
              <p:nvPr/>
            </p:nvGrpSpPr>
            <p:grpSpPr>
              <a:xfrm>
                <a:off x="6012275" y="1707050"/>
                <a:ext cx="1754544" cy="1381970"/>
                <a:chOff x="6012275" y="1707050"/>
                <a:chExt cx="1754544" cy="1381970"/>
              </a:xfrm>
            </p:grpSpPr>
            <p:grpSp>
              <p:nvGrpSpPr>
                <p:cNvPr id="777" name="Google Shape;777;p18"/>
                <p:cNvGrpSpPr/>
                <p:nvPr/>
              </p:nvGrpSpPr>
              <p:grpSpPr>
                <a:xfrm>
                  <a:off x="6012275" y="2285500"/>
                  <a:ext cx="1754544" cy="803520"/>
                  <a:chOff x="6012275" y="2285500"/>
                  <a:chExt cx="1754544" cy="803520"/>
                </a:xfrm>
              </p:grpSpPr>
              <p:cxnSp>
                <p:nvCxnSpPr>
                  <p:cNvPr id="778" name="Google Shape;778;p18"/>
                  <p:cNvCxnSpPr>
                    <a:stCxn id="770" idx="3"/>
                  </p:cNvCxnSpPr>
                  <p:nvPr/>
                </p:nvCxnSpPr>
                <p:spPr>
                  <a:xfrm rot="10800000">
                    <a:off x="7612919" y="2975499"/>
                    <a:ext cx="1539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779" name="Google Shape;779;p18"/>
                  <p:cNvGrpSpPr/>
                  <p:nvPr/>
                </p:nvGrpSpPr>
                <p:grpSpPr>
                  <a:xfrm>
                    <a:off x="6012275" y="2285500"/>
                    <a:ext cx="1603950" cy="803520"/>
                    <a:chOff x="6012275" y="2285500"/>
                    <a:chExt cx="1603950" cy="803520"/>
                  </a:xfrm>
                </p:grpSpPr>
                <p:cxnSp>
                  <p:nvCxnSpPr>
                    <p:cNvPr id="780" name="Google Shape;780;p18"/>
                    <p:cNvCxnSpPr/>
                    <p:nvPr/>
                  </p:nvCxnSpPr>
                  <p:spPr>
                    <a:xfrm rot="10800000">
                      <a:off x="7262825" y="2285500"/>
                      <a:ext cx="353400" cy="6900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781" name="Google Shape;781;p18"/>
                    <p:cNvCxnSpPr/>
                    <p:nvPr/>
                  </p:nvCxnSpPr>
                  <p:spPr>
                    <a:xfrm rot="10800000">
                      <a:off x="6405500" y="2289200"/>
                      <a:ext cx="86100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782" name="Google Shape;782;p18"/>
                    <p:cNvCxnSpPr>
                      <a:stCxn id="763" idx="5"/>
                    </p:cNvCxnSpPr>
                    <p:nvPr/>
                  </p:nvCxnSpPr>
                  <p:spPr>
                    <a:xfrm flipH="1" rot="10800000">
                      <a:off x="6012275" y="2285620"/>
                      <a:ext cx="395400" cy="8034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sp>
                <p:nvSpPr>
                  <p:cNvPr id="783" name="Google Shape;783;p18"/>
                  <p:cNvSpPr/>
                  <p:nvPr/>
                </p:nvSpPr>
                <p:spPr>
                  <a:xfrm>
                    <a:off x="7584350" y="2943050"/>
                    <a:ext cx="64800" cy="648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784" name="Google Shape;784;p18"/>
                <p:cNvCxnSpPr/>
                <p:nvPr/>
              </p:nvCxnSpPr>
              <p:spPr>
                <a:xfrm flipH="1" rot="10800000">
                  <a:off x="7261350" y="1744525"/>
                  <a:ext cx="315600" cy="546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785" name="Google Shape;785;p18"/>
                <p:cNvSpPr/>
                <p:nvPr/>
              </p:nvSpPr>
              <p:spPr>
                <a:xfrm>
                  <a:off x="7545125" y="1707050"/>
                  <a:ext cx="73500" cy="73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786" name="Google Shape;786;p18"/>
              <p:cNvSpPr/>
              <p:nvPr/>
            </p:nvSpPr>
            <p:spPr>
              <a:xfrm>
                <a:off x="5975025" y="3049300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787" name="Google Shape;787;p18"/>
            <p:cNvGrpSpPr/>
            <p:nvPr/>
          </p:nvGrpSpPr>
          <p:grpSpPr>
            <a:xfrm>
              <a:off x="6515052" y="-693575"/>
              <a:ext cx="3213398" cy="2392650"/>
              <a:chOff x="4180777" y="-851325"/>
              <a:chExt cx="3213398" cy="2392650"/>
            </a:xfrm>
          </p:grpSpPr>
          <p:grpSp>
            <p:nvGrpSpPr>
              <p:cNvPr id="788" name="Google Shape;788;p18"/>
              <p:cNvGrpSpPr/>
              <p:nvPr/>
            </p:nvGrpSpPr>
            <p:grpSpPr>
              <a:xfrm>
                <a:off x="4428309" y="-723871"/>
                <a:ext cx="1245819" cy="1079037"/>
                <a:chOff x="8022925" y="186250"/>
                <a:chExt cx="815700" cy="706500"/>
              </a:xfrm>
            </p:grpSpPr>
            <p:sp>
              <p:nvSpPr>
                <p:cNvPr id="789" name="Google Shape;789;p18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790" name="Google Shape;790;p18"/>
                <p:cNvSpPr/>
                <p:nvPr/>
              </p:nvSpPr>
              <p:spPr>
                <a:xfrm>
                  <a:off x="8066182" y="223764"/>
                  <a:ext cx="729300" cy="631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791" name="Google Shape;791;p18"/>
                <p:cNvSpPr/>
                <p:nvPr/>
              </p:nvSpPr>
              <p:spPr>
                <a:xfrm>
                  <a:off x="8355664" y="474499"/>
                  <a:ext cx="150300" cy="1302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792" name="Google Shape;792;p18"/>
              <p:cNvGrpSpPr/>
              <p:nvPr/>
            </p:nvGrpSpPr>
            <p:grpSpPr>
              <a:xfrm>
                <a:off x="6360273" y="-338456"/>
                <a:ext cx="917499" cy="794671"/>
                <a:chOff x="8022925" y="186250"/>
                <a:chExt cx="815700" cy="706500"/>
              </a:xfrm>
            </p:grpSpPr>
            <p:sp>
              <p:nvSpPr>
                <p:cNvPr id="793" name="Google Shape;793;p18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794" name="Google Shape;794;p18"/>
                <p:cNvSpPr/>
                <p:nvPr/>
              </p:nvSpPr>
              <p:spPr>
                <a:xfrm>
                  <a:off x="8169420" y="313166"/>
                  <a:ext cx="522900" cy="452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795" name="Google Shape;795;p18"/>
              <p:cNvGrpSpPr/>
              <p:nvPr/>
            </p:nvGrpSpPr>
            <p:grpSpPr>
              <a:xfrm>
                <a:off x="5548840" y="-8756"/>
                <a:ext cx="587793" cy="509104"/>
                <a:chOff x="8022925" y="186250"/>
                <a:chExt cx="815700" cy="706500"/>
              </a:xfrm>
            </p:grpSpPr>
            <p:sp>
              <p:nvSpPr>
                <p:cNvPr id="796" name="Google Shape;796;p18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797" name="Google Shape;797;p18"/>
                <p:cNvSpPr/>
                <p:nvPr/>
              </p:nvSpPr>
              <p:spPr>
                <a:xfrm>
                  <a:off x="8114217" y="265360"/>
                  <a:ext cx="633300" cy="5484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798" name="Google Shape;798;p18"/>
              <p:cNvGrpSpPr/>
              <p:nvPr/>
            </p:nvGrpSpPr>
            <p:grpSpPr>
              <a:xfrm>
                <a:off x="6089765" y="600244"/>
                <a:ext cx="587793" cy="509104"/>
                <a:chOff x="8022925" y="186250"/>
                <a:chExt cx="815700" cy="706500"/>
              </a:xfrm>
            </p:grpSpPr>
            <p:sp>
              <p:nvSpPr>
                <p:cNvPr id="799" name="Google Shape;799;p18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800" name="Google Shape;800;p18"/>
                <p:cNvSpPr/>
                <p:nvPr/>
              </p:nvSpPr>
              <p:spPr>
                <a:xfrm>
                  <a:off x="8213302" y="351156"/>
                  <a:ext cx="435000" cy="3768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801" name="Google Shape;801;p18"/>
              <p:cNvSpPr/>
              <p:nvPr/>
            </p:nvSpPr>
            <p:spPr>
              <a:xfrm>
                <a:off x="6499238" y="55212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02" name="Google Shape;802;p18"/>
              <p:cNvSpPr/>
              <p:nvPr/>
            </p:nvSpPr>
            <p:spPr>
              <a:xfrm>
                <a:off x="5752677" y="-317397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03" name="Google Shape;803;p18"/>
              <p:cNvCxnSpPr>
                <a:stCxn id="789" idx="1"/>
              </p:cNvCxnSpPr>
              <p:nvPr/>
            </p:nvCxnSpPr>
            <p:spPr>
              <a:xfrm>
                <a:off x="5404368" y="355166"/>
                <a:ext cx="285600" cy="50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4" name="Google Shape;804;p18"/>
              <p:cNvCxnSpPr>
                <a:stCxn id="799" idx="3"/>
              </p:cNvCxnSpPr>
              <p:nvPr/>
            </p:nvCxnSpPr>
            <p:spPr>
              <a:xfrm rot="10800000">
                <a:off x="5686565" y="854796"/>
                <a:ext cx="403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5" name="Google Shape;805;p18"/>
              <p:cNvCxnSpPr>
                <a:stCxn id="796" idx="0"/>
              </p:cNvCxnSpPr>
              <p:nvPr/>
            </p:nvCxnSpPr>
            <p:spPr>
              <a:xfrm>
                <a:off x="6136634" y="245796"/>
                <a:ext cx="154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6" name="Google Shape;806;p18"/>
              <p:cNvCxnSpPr>
                <a:stCxn id="793" idx="3"/>
              </p:cNvCxnSpPr>
              <p:nvPr/>
            </p:nvCxnSpPr>
            <p:spPr>
              <a:xfrm flipH="1">
                <a:off x="6287073" y="58880"/>
                <a:ext cx="73200" cy="18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7" name="Google Shape;807;p18"/>
              <p:cNvCxnSpPr>
                <a:stCxn id="799" idx="1"/>
              </p:cNvCxnSpPr>
              <p:nvPr/>
            </p:nvCxnSpPr>
            <p:spPr>
              <a:xfrm>
                <a:off x="6550283" y="1109348"/>
                <a:ext cx="226200" cy="39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08" name="Google Shape;808;p18"/>
              <p:cNvSpPr/>
              <p:nvPr/>
            </p:nvSpPr>
            <p:spPr>
              <a:xfrm>
                <a:off x="6736425" y="146272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09" name="Google Shape;809;p18"/>
              <p:cNvCxnSpPr>
                <a:stCxn id="793" idx="5"/>
              </p:cNvCxnSpPr>
              <p:nvPr/>
            </p:nvCxnSpPr>
            <p:spPr>
              <a:xfrm flipH="1" rot="10800000">
                <a:off x="7079105" y="-816055"/>
                <a:ext cx="275700" cy="47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10" name="Google Shape;810;p18"/>
              <p:cNvSpPr/>
              <p:nvPr/>
            </p:nvSpPr>
            <p:spPr>
              <a:xfrm>
                <a:off x="7315575" y="-85132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1" name="Google Shape;811;p18"/>
              <p:cNvSpPr/>
              <p:nvPr/>
            </p:nvSpPr>
            <p:spPr>
              <a:xfrm>
                <a:off x="4180777" y="58866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812" name="Google Shape;812;p18"/>
            <p:cNvGrpSpPr/>
            <p:nvPr/>
          </p:nvGrpSpPr>
          <p:grpSpPr>
            <a:xfrm flipH="1" rot="-5400000">
              <a:off x="213144" y="3800116"/>
              <a:ext cx="1180258" cy="1390907"/>
              <a:chOff x="4046769" y="1482116"/>
              <a:chExt cx="1180258" cy="1390907"/>
            </a:xfrm>
          </p:grpSpPr>
          <p:grpSp>
            <p:nvGrpSpPr>
              <p:cNvPr id="813" name="Google Shape;813;p18"/>
              <p:cNvGrpSpPr/>
              <p:nvPr/>
            </p:nvGrpSpPr>
            <p:grpSpPr>
              <a:xfrm>
                <a:off x="4046769" y="1482116"/>
                <a:ext cx="1180258" cy="756167"/>
                <a:chOff x="4046769" y="1482116"/>
                <a:chExt cx="1180258" cy="756167"/>
              </a:xfrm>
            </p:grpSpPr>
            <p:grpSp>
              <p:nvGrpSpPr>
                <p:cNvPr id="814" name="Google Shape;814;p18"/>
                <p:cNvGrpSpPr/>
                <p:nvPr/>
              </p:nvGrpSpPr>
              <p:grpSpPr>
                <a:xfrm>
                  <a:off x="4046769" y="1482116"/>
                  <a:ext cx="873044" cy="756167"/>
                  <a:chOff x="8022925" y="186250"/>
                  <a:chExt cx="815700" cy="706500"/>
                </a:xfrm>
              </p:grpSpPr>
              <p:sp>
                <p:nvSpPr>
                  <p:cNvPr id="815" name="Google Shape;815;p18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l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816" name="Google Shape;816;p18"/>
                  <p:cNvSpPr/>
                  <p:nvPr/>
                </p:nvSpPr>
                <p:spPr>
                  <a:xfrm>
                    <a:off x="8133718" y="282237"/>
                    <a:ext cx="594300" cy="514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817" name="Google Shape;817;p18"/>
                  <p:cNvSpPr/>
                  <p:nvPr/>
                </p:nvSpPr>
                <p:spPr>
                  <a:xfrm>
                    <a:off x="8240438" y="374705"/>
                    <a:ext cx="380700" cy="3297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sp>
              <p:nvSpPr>
                <p:cNvPr id="818" name="Google Shape;818;p18"/>
                <p:cNvSpPr/>
                <p:nvPr/>
              </p:nvSpPr>
              <p:spPr>
                <a:xfrm>
                  <a:off x="4919827" y="1953578"/>
                  <a:ext cx="307200" cy="2661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819" name="Google Shape;819;p18"/>
                <p:cNvSpPr/>
                <p:nvPr/>
              </p:nvSpPr>
              <p:spPr>
                <a:xfrm>
                  <a:off x="4981813" y="1541325"/>
                  <a:ext cx="102300" cy="1023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820" name="Google Shape;820;p18"/>
              <p:cNvCxnSpPr>
                <a:stCxn id="815" idx="1"/>
                <a:endCxn id="821" idx="0"/>
              </p:cNvCxnSpPr>
              <p:nvPr/>
            </p:nvCxnSpPr>
            <p:spPr>
              <a:xfrm flipH="1" rot="-5400000">
                <a:off x="4749671" y="2219382"/>
                <a:ext cx="135000" cy="172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21" name="Google Shape;821;p18"/>
              <p:cNvSpPr/>
              <p:nvPr/>
            </p:nvSpPr>
            <p:spPr>
              <a:xfrm rot="-5400000">
                <a:off x="4653574" y="2406673"/>
                <a:ext cx="499800" cy="4329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22" name="Google Shape;822;p18"/>
              <p:cNvSpPr/>
              <p:nvPr/>
            </p:nvSpPr>
            <p:spPr>
              <a:xfrm rot="-5400000">
                <a:off x="4704500" y="2450622"/>
                <a:ext cx="398100" cy="3450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_1"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825" name="Google Shape;825;p19"/>
          <p:cNvGrpSpPr/>
          <p:nvPr/>
        </p:nvGrpSpPr>
        <p:grpSpPr>
          <a:xfrm>
            <a:off x="36670" y="-818387"/>
            <a:ext cx="9710039" cy="5836570"/>
            <a:chOff x="36670" y="-818387"/>
            <a:chExt cx="9710039" cy="5836570"/>
          </a:xfrm>
        </p:grpSpPr>
        <p:grpSp>
          <p:nvGrpSpPr>
            <p:cNvPr id="826" name="Google Shape;826;p19"/>
            <p:cNvGrpSpPr/>
            <p:nvPr/>
          </p:nvGrpSpPr>
          <p:grpSpPr>
            <a:xfrm>
              <a:off x="6586639" y="-818387"/>
              <a:ext cx="3160070" cy="2326678"/>
              <a:chOff x="6586639" y="-781700"/>
              <a:chExt cx="3160070" cy="2326678"/>
            </a:xfrm>
          </p:grpSpPr>
          <p:grpSp>
            <p:nvGrpSpPr>
              <p:cNvPr id="827" name="Google Shape;827;p19"/>
              <p:cNvGrpSpPr/>
              <p:nvPr/>
            </p:nvGrpSpPr>
            <p:grpSpPr>
              <a:xfrm flipH="1">
                <a:off x="7382025" y="-781700"/>
                <a:ext cx="2364684" cy="2326678"/>
                <a:chOff x="5404368" y="-851325"/>
                <a:chExt cx="2364684" cy="2326678"/>
              </a:xfrm>
            </p:grpSpPr>
            <p:grpSp>
              <p:nvGrpSpPr>
                <p:cNvPr id="828" name="Google Shape;828;p19"/>
                <p:cNvGrpSpPr/>
                <p:nvPr/>
              </p:nvGrpSpPr>
              <p:grpSpPr>
                <a:xfrm>
                  <a:off x="6360273" y="-338456"/>
                  <a:ext cx="917499" cy="794671"/>
                  <a:chOff x="8022925" y="186250"/>
                  <a:chExt cx="815700" cy="706500"/>
                </a:xfrm>
              </p:grpSpPr>
              <p:sp>
                <p:nvSpPr>
                  <p:cNvPr id="829" name="Google Shape;829;p19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solidFill>
                    <a:srgbClr val="AFE0D9">
                      <a:alpha val="59490"/>
                    </a:srgb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830" name="Google Shape;830;p19"/>
                  <p:cNvSpPr/>
                  <p:nvPr/>
                </p:nvSpPr>
                <p:spPr>
                  <a:xfrm>
                    <a:off x="8169420" y="313166"/>
                    <a:ext cx="522900" cy="4527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l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grpSp>
              <p:nvGrpSpPr>
                <p:cNvPr id="831" name="Google Shape;831;p19"/>
                <p:cNvGrpSpPr/>
                <p:nvPr/>
              </p:nvGrpSpPr>
              <p:grpSpPr>
                <a:xfrm>
                  <a:off x="5548840" y="-8756"/>
                  <a:ext cx="587793" cy="509104"/>
                  <a:chOff x="8022925" y="186250"/>
                  <a:chExt cx="815700" cy="706500"/>
                </a:xfrm>
              </p:grpSpPr>
              <p:sp>
                <p:nvSpPr>
                  <p:cNvPr id="832" name="Google Shape;832;p19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833" name="Google Shape;833;p19"/>
                  <p:cNvSpPr/>
                  <p:nvPr/>
                </p:nvSpPr>
                <p:spPr>
                  <a:xfrm>
                    <a:off x="8114217" y="265360"/>
                    <a:ext cx="633300" cy="5484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grpSp>
              <p:nvGrpSpPr>
                <p:cNvPr id="834" name="Google Shape;834;p19"/>
                <p:cNvGrpSpPr/>
                <p:nvPr/>
              </p:nvGrpSpPr>
              <p:grpSpPr>
                <a:xfrm>
                  <a:off x="6089765" y="600244"/>
                  <a:ext cx="587793" cy="509104"/>
                  <a:chOff x="8022925" y="186250"/>
                  <a:chExt cx="815700" cy="706500"/>
                </a:xfrm>
              </p:grpSpPr>
              <p:sp>
                <p:nvSpPr>
                  <p:cNvPr id="835" name="Google Shape;835;p19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836" name="Google Shape;836;p19"/>
                  <p:cNvSpPr/>
                  <p:nvPr/>
                </p:nvSpPr>
                <p:spPr>
                  <a:xfrm>
                    <a:off x="8213302" y="351156"/>
                    <a:ext cx="435000" cy="3768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sp>
              <p:nvSpPr>
                <p:cNvPr id="837" name="Google Shape;837;p19"/>
                <p:cNvSpPr/>
                <p:nvPr/>
              </p:nvSpPr>
              <p:spPr>
                <a:xfrm>
                  <a:off x="6499238" y="552125"/>
                  <a:ext cx="102300" cy="1023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838" name="Google Shape;838;p19"/>
                <p:cNvSpPr/>
                <p:nvPr/>
              </p:nvSpPr>
              <p:spPr>
                <a:xfrm>
                  <a:off x="7461852" y="112753"/>
                  <a:ext cx="307200" cy="2661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cxnSp>
              <p:nvCxnSpPr>
                <p:cNvPr id="839" name="Google Shape;839;p19"/>
                <p:cNvCxnSpPr/>
                <p:nvPr/>
              </p:nvCxnSpPr>
              <p:spPr>
                <a:xfrm>
                  <a:off x="5404368" y="355166"/>
                  <a:ext cx="285600" cy="501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40" name="Google Shape;840;p19"/>
                <p:cNvCxnSpPr>
                  <a:stCxn id="835" idx="3"/>
                </p:cNvCxnSpPr>
                <p:nvPr/>
              </p:nvCxnSpPr>
              <p:spPr>
                <a:xfrm rot="10800000">
                  <a:off x="5686565" y="854796"/>
                  <a:ext cx="4032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41" name="Google Shape;841;p19"/>
                <p:cNvCxnSpPr>
                  <a:stCxn id="832" idx="0"/>
                </p:cNvCxnSpPr>
                <p:nvPr/>
              </p:nvCxnSpPr>
              <p:spPr>
                <a:xfrm>
                  <a:off x="6136634" y="245796"/>
                  <a:ext cx="1545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42" name="Google Shape;842;p19"/>
                <p:cNvCxnSpPr>
                  <a:stCxn id="829" idx="3"/>
                </p:cNvCxnSpPr>
                <p:nvPr/>
              </p:nvCxnSpPr>
              <p:spPr>
                <a:xfrm flipH="1">
                  <a:off x="6287073" y="58880"/>
                  <a:ext cx="73200" cy="187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43" name="Google Shape;843;p19"/>
                <p:cNvCxnSpPr>
                  <a:stCxn id="835" idx="1"/>
                  <a:endCxn id="844" idx="1"/>
                </p:cNvCxnSpPr>
                <p:nvPr/>
              </p:nvCxnSpPr>
              <p:spPr>
                <a:xfrm>
                  <a:off x="6550283" y="1109348"/>
                  <a:ext cx="56400" cy="9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844" name="Google Shape;844;p19"/>
                <p:cNvSpPr/>
                <p:nvPr/>
              </p:nvSpPr>
              <p:spPr>
                <a:xfrm rot="1364276">
                  <a:off x="6582222" y="1200630"/>
                  <a:ext cx="78392" cy="78392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cxnSp>
              <p:nvCxnSpPr>
                <p:cNvPr id="845" name="Google Shape;845;p19"/>
                <p:cNvCxnSpPr>
                  <a:stCxn id="829" idx="5"/>
                </p:cNvCxnSpPr>
                <p:nvPr/>
              </p:nvCxnSpPr>
              <p:spPr>
                <a:xfrm flipH="1" rot="10800000">
                  <a:off x="7079105" y="-816055"/>
                  <a:ext cx="275700" cy="477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846" name="Google Shape;846;p19"/>
                <p:cNvSpPr/>
                <p:nvPr/>
              </p:nvSpPr>
              <p:spPr>
                <a:xfrm>
                  <a:off x="7315575" y="-851325"/>
                  <a:ext cx="78600" cy="78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847" name="Google Shape;847;p19"/>
                <p:cNvSpPr/>
                <p:nvPr/>
              </p:nvSpPr>
              <p:spPr>
                <a:xfrm>
                  <a:off x="6136627" y="1209253"/>
                  <a:ext cx="307200" cy="2661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848" name="Google Shape;848;p19"/>
              <p:cNvGrpSpPr/>
              <p:nvPr/>
            </p:nvGrpSpPr>
            <p:grpSpPr>
              <a:xfrm flipH="1">
                <a:off x="6586639" y="-215983"/>
                <a:ext cx="795389" cy="688979"/>
                <a:chOff x="8022925" y="186250"/>
                <a:chExt cx="815700" cy="706500"/>
              </a:xfrm>
            </p:grpSpPr>
            <p:sp>
              <p:nvSpPr>
                <p:cNvPr id="849" name="Google Shape;849;p19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850" name="Google Shape;850;p19"/>
                <p:cNvSpPr/>
                <p:nvPr/>
              </p:nvSpPr>
              <p:spPr>
                <a:xfrm>
                  <a:off x="8066182" y="223764"/>
                  <a:ext cx="729300" cy="631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851" name="Google Shape;851;p19"/>
                <p:cNvSpPr/>
                <p:nvPr/>
              </p:nvSpPr>
              <p:spPr>
                <a:xfrm>
                  <a:off x="8222718" y="359307"/>
                  <a:ext cx="416100" cy="3606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852" name="Google Shape;852;p19"/>
              <p:cNvCxnSpPr>
                <a:stCxn id="849" idx="3"/>
                <a:endCxn id="829" idx="0"/>
              </p:cNvCxnSpPr>
              <p:nvPr/>
            </p:nvCxnSpPr>
            <p:spPr>
              <a:xfrm>
                <a:off x="7382028" y="128506"/>
                <a:ext cx="4914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853" name="Google Shape;853;p19"/>
            <p:cNvGrpSpPr/>
            <p:nvPr/>
          </p:nvGrpSpPr>
          <p:grpSpPr>
            <a:xfrm flipH="1">
              <a:off x="8499344" y="3177041"/>
              <a:ext cx="1180258" cy="1390907"/>
              <a:chOff x="4046769" y="1482116"/>
              <a:chExt cx="1180258" cy="1390907"/>
            </a:xfrm>
          </p:grpSpPr>
          <p:grpSp>
            <p:nvGrpSpPr>
              <p:cNvPr id="854" name="Google Shape;854;p19"/>
              <p:cNvGrpSpPr/>
              <p:nvPr/>
            </p:nvGrpSpPr>
            <p:grpSpPr>
              <a:xfrm>
                <a:off x="4046769" y="1482116"/>
                <a:ext cx="1180258" cy="756167"/>
                <a:chOff x="4046769" y="1482116"/>
                <a:chExt cx="1180258" cy="756167"/>
              </a:xfrm>
            </p:grpSpPr>
            <p:grpSp>
              <p:nvGrpSpPr>
                <p:cNvPr id="855" name="Google Shape;855;p19"/>
                <p:cNvGrpSpPr/>
                <p:nvPr/>
              </p:nvGrpSpPr>
              <p:grpSpPr>
                <a:xfrm>
                  <a:off x="4046769" y="1482116"/>
                  <a:ext cx="873044" cy="756167"/>
                  <a:chOff x="8022925" y="186250"/>
                  <a:chExt cx="815700" cy="706500"/>
                </a:xfrm>
              </p:grpSpPr>
              <p:sp>
                <p:nvSpPr>
                  <p:cNvPr id="856" name="Google Shape;856;p19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l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857" name="Google Shape;857;p19"/>
                  <p:cNvSpPr/>
                  <p:nvPr/>
                </p:nvSpPr>
                <p:spPr>
                  <a:xfrm>
                    <a:off x="8133718" y="282237"/>
                    <a:ext cx="594300" cy="514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858" name="Google Shape;858;p19"/>
                  <p:cNvSpPr/>
                  <p:nvPr/>
                </p:nvSpPr>
                <p:spPr>
                  <a:xfrm>
                    <a:off x="8240438" y="374705"/>
                    <a:ext cx="380700" cy="3297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sp>
              <p:nvSpPr>
                <p:cNvPr id="859" name="Google Shape;859;p19"/>
                <p:cNvSpPr/>
                <p:nvPr/>
              </p:nvSpPr>
              <p:spPr>
                <a:xfrm>
                  <a:off x="4919827" y="1953578"/>
                  <a:ext cx="307200" cy="2661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860" name="Google Shape;860;p19"/>
                <p:cNvSpPr/>
                <p:nvPr/>
              </p:nvSpPr>
              <p:spPr>
                <a:xfrm>
                  <a:off x="4981813" y="1541325"/>
                  <a:ext cx="102300" cy="1023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861" name="Google Shape;861;p19"/>
              <p:cNvCxnSpPr>
                <a:stCxn id="856" idx="1"/>
                <a:endCxn id="862" idx="0"/>
              </p:cNvCxnSpPr>
              <p:nvPr/>
            </p:nvCxnSpPr>
            <p:spPr>
              <a:xfrm>
                <a:off x="4730771" y="2238282"/>
                <a:ext cx="172800" cy="13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62" name="Google Shape;862;p19"/>
              <p:cNvSpPr/>
              <p:nvPr/>
            </p:nvSpPr>
            <p:spPr>
              <a:xfrm rot="-5400000">
                <a:off x="4653574" y="2406673"/>
                <a:ext cx="499800" cy="4329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63" name="Google Shape;863;p19"/>
              <p:cNvSpPr/>
              <p:nvPr/>
            </p:nvSpPr>
            <p:spPr>
              <a:xfrm rot="-5400000">
                <a:off x="4704500" y="2450622"/>
                <a:ext cx="398100" cy="3450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864" name="Google Shape;864;p19"/>
            <p:cNvGrpSpPr/>
            <p:nvPr/>
          </p:nvGrpSpPr>
          <p:grpSpPr>
            <a:xfrm flipH="1" rot="10800000">
              <a:off x="36670" y="3291158"/>
              <a:ext cx="1023526" cy="1727025"/>
              <a:chOff x="-5" y="2300632"/>
              <a:chExt cx="1023526" cy="1727025"/>
            </a:xfrm>
          </p:grpSpPr>
          <p:grpSp>
            <p:nvGrpSpPr>
              <p:cNvPr id="865" name="Google Shape;865;p19"/>
              <p:cNvGrpSpPr/>
              <p:nvPr/>
            </p:nvGrpSpPr>
            <p:grpSpPr>
              <a:xfrm rot="5400000">
                <a:off x="-417172" y="2717800"/>
                <a:ext cx="1413385" cy="579050"/>
                <a:chOff x="2195315" y="2002175"/>
                <a:chExt cx="1413385" cy="579050"/>
              </a:xfrm>
            </p:grpSpPr>
            <p:grpSp>
              <p:nvGrpSpPr>
                <p:cNvPr id="866" name="Google Shape;866;p19"/>
                <p:cNvGrpSpPr/>
                <p:nvPr/>
              </p:nvGrpSpPr>
              <p:grpSpPr>
                <a:xfrm rot="10800000">
                  <a:off x="2273907" y="2024002"/>
                  <a:ext cx="587793" cy="509104"/>
                  <a:chOff x="8022925" y="186250"/>
                  <a:chExt cx="815700" cy="706500"/>
                </a:xfrm>
              </p:grpSpPr>
              <p:sp>
                <p:nvSpPr>
                  <p:cNvPr id="867" name="Google Shape;867;p19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868" name="Google Shape;868;p19"/>
                  <p:cNvSpPr/>
                  <p:nvPr/>
                </p:nvSpPr>
                <p:spPr>
                  <a:xfrm>
                    <a:off x="8213302" y="351156"/>
                    <a:ext cx="435000" cy="3768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sp>
              <p:nvSpPr>
                <p:cNvPr id="869" name="Google Shape;869;p19"/>
                <p:cNvSpPr/>
                <p:nvPr/>
              </p:nvSpPr>
              <p:spPr>
                <a:xfrm rot="10800000">
                  <a:off x="2349928" y="2478925"/>
                  <a:ext cx="102300" cy="1023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cxnSp>
              <p:nvCxnSpPr>
                <p:cNvPr id="870" name="Google Shape;870;p19"/>
                <p:cNvCxnSpPr>
                  <a:stCxn id="867" idx="3"/>
                  <a:endCxn id="871" idx="0"/>
                </p:cNvCxnSpPr>
                <p:nvPr/>
              </p:nvCxnSpPr>
              <p:spPr>
                <a:xfrm rot="10800000">
                  <a:off x="3235200" y="1905054"/>
                  <a:ext cx="0" cy="74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872" name="Google Shape;872;p19"/>
                <p:cNvSpPr/>
                <p:nvPr/>
              </p:nvSpPr>
              <p:spPr>
                <a:xfrm rot="10800000">
                  <a:off x="2195315" y="2002175"/>
                  <a:ext cx="78600" cy="78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871" name="Google Shape;871;p19"/>
              <p:cNvSpPr/>
              <p:nvPr/>
            </p:nvSpPr>
            <p:spPr>
              <a:xfrm rot="-5400000">
                <a:off x="145946" y="3735157"/>
                <a:ext cx="313500" cy="2715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73" name="Google Shape;873;p19"/>
              <p:cNvSpPr/>
              <p:nvPr/>
            </p:nvSpPr>
            <p:spPr>
              <a:xfrm rot="-5400000">
                <a:off x="731021" y="2321632"/>
                <a:ext cx="313500" cy="2715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76" name="Google Shape;876;p20"/>
          <p:cNvSpPr txBox="1"/>
          <p:nvPr>
            <p:ph idx="1" type="subTitle"/>
          </p:nvPr>
        </p:nvSpPr>
        <p:spPr>
          <a:xfrm>
            <a:off x="4725900" y="1872353"/>
            <a:ext cx="3698100" cy="27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b="0"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877" name="Google Shape;877;p20"/>
          <p:cNvSpPr txBox="1"/>
          <p:nvPr>
            <p:ph idx="2" type="subTitle"/>
          </p:nvPr>
        </p:nvSpPr>
        <p:spPr>
          <a:xfrm>
            <a:off x="720000" y="1872353"/>
            <a:ext cx="3698100" cy="27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b="0"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/>
        </p:txBody>
      </p:sp>
      <p:sp>
        <p:nvSpPr>
          <p:cNvPr id="878" name="Google Shape;878;p20"/>
          <p:cNvSpPr txBox="1"/>
          <p:nvPr>
            <p:ph idx="3" type="subTitle"/>
          </p:nvPr>
        </p:nvSpPr>
        <p:spPr>
          <a:xfrm>
            <a:off x="720000" y="1460025"/>
            <a:ext cx="36981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000">
                <a:latin typeface="Archivo"/>
                <a:ea typeface="Archivo"/>
                <a:cs typeface="Archivo"/>
                <a:sym typeface="Archiv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b="1">
                <a:latin typeface="Archivo"/>
                <a:ea typeface="Archivo"/>
                <a:cs typeface="Archivo"/>
                <a:sym typeface="Archiv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b="1">
                <a:latin typeface="Archivo"/>
                <a:ea typeface="Archivo"/>
                <a:cs typeface="Archivo"/>
                <a:sym typeface="Archiv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b="1">
                <a:latin typeface="Archivo"/>
                <a:ea typeface="Archivo"/>
                <a:cs typeface="Archivo"/>
                <a:sym typeface="Archiv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b="1">
                <a:latin typeface="Archivo"/>
                <a:ea typeface="Archivo"/>
                <a:cs typeface="Archivo"/>
                <a:sym typeface="Archiv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b="1">
                <a:latin typeface="Archivo"/>
                <a:ea typeface="Archivo"/>
                <a:cs typeface="Archivo"/>
                <a:sym typeface="Archiv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b="1">
                <a:latin typeface="Archivo"/>
                <a:ea typeface="Archivo"/>
                <a:cs typeface="Archivo"/>
                <a:sym typeface="Archiv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b="1">
                <a:latin typeface="Archivo"/>
                <a:ea typeface="Archivo"/>
                <a:cs typeface="Archivo"/>
                <a:sym typeface="Archiv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b="1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879" name="Google Shape;879;p20"/>
          <p:cNvSpPr txBox="1"/>
          <p:nvPr>
            <p:ph idx="4" type="subTitle"/>
          </p:nvPr>
        </p:nvSpPr>
        <p:spPr>
          <a:xfrm>
            <a:off x="4725900" y="1460025"/>
            <a:ext cx="36981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000">
                <a:latin typeface="Archivo"/>
                <a:ea typeface="Archivo"/>
                <a:cs typeface="Archivo"/>
                <a:sym typeface="Archiv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b="1">
                <a:latin typeface="Archivo"/>
                <a:ea typeface="Archivo"/>
                <a:cs typeface="Archivo"/>
                <a:sym typeface="Archiv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b="1">
                <a:latin typeface="Archivo"/>
                <a:ea typeface="Archivo"/>
                <a:cs typeface="Archivo"/>
                <a:sym typeface="Archiv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b="1">
                <a:latin typeface="Archivo"/>
                <a:ea typeface="Archivo"/>
                <a:cs typeface="Archivo"/>
                <a:sym typeface="Archiv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b="1">
                <a:latin typeface="Archivo"/>
                <a:ea typeface="Archivo"/>
                <a:cs typeface="Archivo"/>
                <a:sym typeface="Archiv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b="1">
                <a:latin typeface="Archivo"/>
                <a:ea typeface="Archivo"/>
                <a:cs typeface="Archivo"/>
                <a:sym typeface="Archiv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b="1">
                <a:latin typeface="Archivo"/>
                <a:ea typeface="Archivo"/>
                <a:cs typeface="Archivo"/>
                <a:sym typeface="Archiv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b="1">
                <a:latin typeface="Archivo"/>
                <a:ea typeface="Archivo"/>
                <a:cs typeface="Archivo"/>
                <a:sym typeface="Archiv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b="1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grpSp>
        <p:nvGrpSpPr>
          <p:cNvPr id="880" name="Google Shape;880;p20"/>
          <p:cNvGrpSpPr/>
          <p:nvPr/>
        </p:nvGrpSpPr>
        <p:grpSpPr>
          <a:xfrm>
            <a:off x="-543500" y="130633"/>
            <a:ext cx="10264508" cy="5328200"/>
            <a:chOff x="-543500" y="130633"/>
            <a:chExt cx="10264508" cy="5328200"/>
          </a:xfrm>
        </p:grpSpPr>
        <p:grpSp>
          <p:nvGrpSpPr>
            <p:cNvPr id="881" name="Google Shape;881;p20"/>
            <p:cNvGrpSpPr/>
            <p:nvPr/>
          </p:nvGrpSpPr>
          <p:grpSpPr>
            <a:xfrm rot="5400000">
              <a:off x="8662178" y="1914413"/>
              <a:ext cx="1128460" cy="989200"/>
              <a:chOff x="2136440" y="1592025"/>
              <a:chExt cx="1128460" cy="989200"/>
            </a:xfrm>
          </p:grpSpPr>
          <p:grpSp>
            <p:nvGrpSpPr>
              <p:cNvPr id="882" name="Google Shape;882;p20"/>
              <p:cNvGrpSpPr/>
              <p:nvPr/>
            </p:nvGrpSpPr>
            <p:grpSpPr>
              <a:xfrm rot="10800000">
                <a:off x="2273907" y="2024002"/>
                <a:ext cx="587793" cy="509104"/>
                <a:chOff x="8022925" y="186250"/>
                <a:chExt cx="815700" cy="706500"/>
              </a:xfrm>
            </p:grpSpPr>
            <p:sp>
              <p:nvSpPr>
                <p:cNvPr id="883" name="Google Shape;883;p20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884" name="Google Shape;884;p20"/>
                <p:cNvSpPr/>
                <p:nvPr/>
              </p:nvSpPr>
              <p:spPr>
                <a:xfrm>
                  <a:off x="8213302" y="351156"/>
                  <a:ext cx="435000" cy="3768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885" name="Google Shape;885;p20"/>
              <p:cNvSpPr/>
              <p:nvPr/>
            </p:nvSpPr>
            <p:spPr>
              <a:xfrm rot="10800000">
                <a:off x="2349928" y="247892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86" name="Google Shape;886;p20"/>
              <p:cNvCxnSpPr>
                <a:stCxn id="883" idx="3"/>
              </p:cNvCxnSpPr>
              <p:nvPr/>
            </p:nvCxnSpPr>
            <p:spPr>
              <a:xfrm rot="10800000">
                <a:off x="3063300" y="2076954"/>
                <a:ext cx="0" cy="40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7" name="Google Shape;887;p20"/>
              <p:cNvCxnSpPr>
                <a:stCxn id="883" idx="1"/>
              </p:cNvCxnSpPr>
              <p:nvPr/>
            </p:nvCxnSpPr>
            <p:spPr>
              <a:xfrm flipH="1" rot="5400000">
                <a:off x="2092183" y="1715002"/>
                <a:ext cx="391800" cy="22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88" name="Google Shape;888;p20"/>
              <p:cNvSpPr/>
              <p:nvPr/>
            </p:nvSpPr>
            <p:spPr>
              <a:xfrm rot="10800000">
                <a:off x="2136440" y="159202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889" name="Google Shape;889;p20"/>
            <p:cNvGrpSpPr/>
            <p:nvPr/>
          </p:nvGrpSpPr>
          <p:grpSpPr>
            <a:xfrm rot="5400000">
              <a:off x="7881052" y="377463"/>
              <a:ext cx="1845335" cy="1351673"/>
              <a:chOff x="1557290" y="2633002"/>
              <a:chExt cx="1845335" cy="1351673"/>
            </a:xfrm>
          </p:grpSpPr>
          <p:grpSp>
            <p:nvGrpSpPr>
              <p:cNvPr id="890" name="Google Shape;890;p20"/>
              <p:cNvGrpSpPr/>
              <p:nvPr/>
            </p:nvGrpSpPr>
            <p:grpSpPr>
              <a:xfrm rot="10800000">
                <a:off x="1673693" y="2677134"/>
                <a:ext cx="917499" cy="794671"/>
                <a:chOff x="8022925" y="186250"/>
                <a:chExt cx="815700" cy="706500"/>
              </a:xfrm>
            </p:grpSpPr>
            <p:sp>
              <p:nvSpPr>
                <p:cNvPr id="891" name="Google Shape;891;p20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892" name="Google Shape;892;p20"/>
                <p:cNvSpPr/>
                <p:nvPr/>
              </p:nvSpPr>
              <p:spPr>
                <a:xfrm>
                  <a:off x="8169420" y="313166"/>
                  <a:ext cx="522900" cy="452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893" name="Google Shape;893;p20"/>
              <p:cNvGrpSpPr/>
              <p:nvPr/>
            </p:nvGrpSpPr>
            <p:grpSpPr>
              <a:xfrm rot="10800000">
                <a:off x="2814832" y="2633002"/>
                <a:ext cx="587793" cy="509104"/>
                <a:chOff x="8022925" y="186250"/>
                <a:chExt cx="815700" cy="706500"/>
              </a:xfrm>
            </p:grpSpPr>
            <p:sp>
              <p:nvSpPr>
                <p:cNvPr id="894" name="Google Shape;894;p20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895" name="Google Shape;895;p20"/>
                <p:cNvSpPr/>
                <p:nvPr/>
              </p:nvSpPr>
              <p:spPr>
                <a:xfrm>
                  <a:off x="8114217" y="265360"/>
                  <a:ext cx="633300" cy="5484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896" name="Google Shape;896;p20"/>
              <p:cNvCxnSpPr>
                <a:stCxn id="894" idx="0"/>
              </p:cNvCxnSpPr>
              <p:nvPr/>
            </p:nvCxnSpPr>
            <p:spPr>
              <a:xfrm>
                <a:off x="2737582" y="2810304"/>
                <a:ext cx="0" cy="154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7" name="Google Shape;897;p20"/>
              <p:cNvCxnSpPr>
                <a:stCxn id="891" idx="3"/>
              </p:cNvCxnSpPr>
              <p:nvPr/>
            </p:nvCxnSpPr>
            <p:spPr>
              <a:xfrm rot="-5400000">
                <a:off x="2534042" y="2944120"/>
                <a:ext cx="187500" cy="7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8" name="Google Shape;898;p20"/>
              <p:cNvCxnSpPr>
                <a:stCxn id="891" idx="5"/>
              </p:cNvCxnSpPr>
              <p:nvPr/>
            </p:nvCxnSpPr>
            <p:spPr>
              <a:xfrm rot="5400000">
                <a:off x="1495711" y="3572755"/>
                <a:ext cx="477600" cy="27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99" name="Google Shape;899;p20"/>
              <p:cNvSpPr/>
              <p:nvPr/>
            </p:nvSpPr>
            <p:spPr>
              <a:xfrm rot="10800000">
                <a:off x="1557290" y="390607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900" name="Google Shape;900;p20"/>
            <p:cNvGrpSpPr/>
            <p:nvPr/>
          </p:nvGrpSpPr>
          <p:grpSpPr>
            <a:xfrm>
              <a:off x="-543500" y="3812300"/>
              <a:ext cx="2410926" cy="1646533"/>
              <a:chOff x="8352175" y="-274150"/>
              <a:chExt cx="2410926" cy="1646533"/>
            </a:xfrm>
          </p:grpSpPr>
          <p:grpSp>
            <p:nvGrpSpPr>
              <p:cNvPr id="901" name="Google Shape;901;p20"/>
              <p:cNvGrpSpPr/>
              <p:nvPr/>
            </p:nvGrpSpPr>
            <p:grpSpPr>
              <a:xfrm>
                <a:off x="9314994" y="616216"/>
                <a:ext cx="873044" cy="756167"/>
                <a:chOff x="8022925" y="186250"/>
                <a:chExt cx="815700" cy="706500"/>
              </a:xfrm>
            </p:grpSpPr>
            <p:sp>
              <p:nvSpPr>
                <p:cNvPr id="902" name="Google Shape;902;p20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903" name="Google Shape;903;p20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904" name="Google Shape;904;p20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905" name="Google Shape;905;p20"/>
              <p:cNvSpPr/>
              <p:nvPr/>
            </p:nvSpPr>
            <p:spPr>
              <a:xfrm>
                <a:off x="10305901" y="616224"/>
                <a:ext cx="457200" cy="3960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06" name="Google Shape;906;p20"/>
              <p:cNvSpPr/>
              <p:nvPr/>
            </p:nvSpPr>
            <p:spPr>
              <a:xfrm>
                <a:off x="9118688" y="590550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907" name="Google Shape;907;p20"/>
              <p:cNvGrpSpPr/>
              <p:nvPr/>
            </p:nvGrpSpPr>
            <p:grpSpPr>
              <a:xfrm>
                <a:off x="8408775" y="-274150"/>
                <a:ext cx="906219" cy="1300800"/>
                <a:chOff x="6860600" y="1707050"/>
                <a:chExt cx="906219" cy="1300800"/>
              </a:xfrm>
            </p:grpSpPr>
            <p:grpSp>
              <p:nvGrpSpPr>
                <p:cNvPr id="908" name="Google Shape;908;p20"/>
                <p:cNvGrpSpPr/>
                <p:nvPr/>
              </p:nvGrpSpPr>
              <p:grpSpPr>
                <a:xfrm>
                  <a:off x="6860600" y="2285500"/>
                  <a:ext cx="906219" cy="722350"/>
                  <a:chOff x="6860600" y="2285500"/>
                  <a:chExt cx="906219" cy="722350"/>
                </a:xfrm>
              </p:grpSpPr>
              <p:cxnSp>
                <p:nvCxnSpPr>
                  <p:cNvPr id="909" name="Google Shape;909;p20"/>
                  <p:cNvCxnSpPr>
                    <a:stCxn id="902" idx="3"/>
                  </p:cNvCxnSpPr>
                  <p:nvPr/>
                </p:nvCxnSpPr>
                <p:spPr>
                  <a:xfrm rot="10800000">
                    <a:off x="7612919" y="2975499"/>
                    <a:ext cx="1539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910" name="Google Shape;910;p20"/>
                  <p:cNvGrpSpPr/>
                  <p:nvPr/>
                </p:nvGrpSpPr>
                <p:grpSpPr>
                  <a:xfrm>
                    <a:off x="6860600" y="2285500"/>
                    <a:ext cx="755625" cy="690000"/>
                    <a:chOff x="6860600" y="2285500"/>
                    <a:chExt cx="755625" cy="690000"/>
                  </a:xfrm>
                </p:grpSpPr>
                <p:cxnSp>
                  <p:nvCxnSpPr>
                    <p:cNvPr id="911" name="Google Shape;911;p20"/>
                    <p:cNvCxnSpPr/>
                    <p:nvPr/>
                  </p:nvCxnSpPr>
                  <p:spPr>
                    <a:xfrm rot="10800000">
                      <a:off x="7262825" y="2285500"/>
                      <a:ext cx="353400" cy="6900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912" name="Google Shape;912;p20"/>
                    <p:cNvCxnSpPr/>
                    <p:nvPr/>
                  </p:nvCxnSpPr>
                  <p:spPr>
                    <a:xfrm rot="10800000">
                      <a:off x="6860600" y="2289200"/>
                      <a:ext cx="40590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sp>
                <p:nvSpPr>
                  <p:cNvPr id="913" name="Google Shape;913;p20"/>
                  <p:cNvSpPr/>
                  <p:nvPr/>
                </p:nvSpPr>
                <p:spPr>
                  <a:xfrm>
                    <a:off x="7584350" y="2943050"/>
                    <a:ext cx="64800" cy="648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914" name="Google Shape;914;p20"/>
                <p:cNvCxnSpPr/>
                <p:nvPr/>
              </p:nvCxnSpPr>
              <p:spPr>
                <a:xfrm flipH="1" rot="10800000">
                  <a:off x="7261350" y="1744525"/>
                  <a:ext cx="315600" cy="546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915" name="Google Shape;915;p20"/>
                <p:cNvSpPr/>
                <p:nvPr/>
              </p:nvSpPr>
              <p:spPr>
                <a:xfrm>
                  <a:off x="7545125" y="1707050"/>
                  <a:ext cx="73500" cy="73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916" name="Google Shape;916;p20"/>
              <p:cNvSpPr/>
              <p:nvPr/>
            </p:nvSpPr>
            <p:spPr>
              <a:xfrm>
                <a:off x="8352175" y="26867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17" name="Google Shape;917;p20"/>
              <p:cNvSpPr/>
              <p:nvPr/>
            </p:nvSpPr>
            <p:spPr>
              <a:xfrm>
                <a:off x="8942352" y="174928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918" name="Google Shape;918;p20"/>
            <p:cNvGrpSpPr/>
            <p:nvPr/>
          </p:nvGrpSpPr>
          <p:grpSpPr>
            <a:xfrm rot="5400000">
              <a:off x="8213581" y="3913128"/>
              <a:ext cx="1180258" cy="1390907"/>
              <a:chOff x="4046769" y="1482116"/>
              <a:chExt cx="1180258" cy="1390907"/>
            </a:xfrm>
          </p:grpSpPr>
          <p:grpSp>
            <p:nvGrpSpPr>
              <p:cNvPr id="919" name="Google Shape;919;p20"/>
              <p:cNvGrpSpPr/>
              <p:nvPr/>
            </p:nvGrpSpPr>
            <p:grpSpPr>
              <a:xfrm>
                <a:off x="4046769" y="1482116"/>
                <a:ext cx="1180258" cy="756167"/>
                <a:chOff x="4046769" y="1482116"/>
                <a:chExt cx="1180258" cy="756167"/>
              </a:xfrm>
            </p:grpSpPr>
            <p:grpSp>
              <p:nvGrpSpPr>
                <p:cNvPr id="920" name="Google Shape;920;p20"/>
                <p:cNvGrpSpPr/>
                <p:nvPr/>
              </p:nvGrpSpPr>
              <p:grpSpPr>
                <a:xfrm>
                  <a:off x="4046769" y="1482116"/>
                  <a:ext cx="873044" cy="756167"/>
                  <a:chOff x="8022925" y="186250"/>
                  <a:chExt cx="815700" cy="706500"/>
                </a:xfrm>
              </p:grpSpPr>
              <p:sp>
                <p:nvSpPr>
                  <p:cNvPr id="921" name="Google Shape;921;p20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l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922" name="Google Shape;922;p20"/>
                  <p:cNvSpPr/>
                  <p:nvPr/>
                </p:nvSpPr>
                <p:spPr>
                  <a:xfrm>
                    <a:off x="8133718" y="282237"/>
                    <a:ext cx="594300" cy="514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923" name="Google Shape;923;p20"/>
                  <p:cNvSpPr/>
                  <p:nvPr/>
                </p:nvSpPr>
                <p:spPr>
                  <a:xfrm>
                    <a:off x="8240438" y="374705"/>
                    <a:ext cx="380700" cy="3297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sp>
              <p:nvSpPr>
                <p:cNvPr id="924" name="Google Shape;924;p20"/>
                <p:cNvSpPr/>
                <p:nvPr/>
              </p:nvSpPr>
              <p:spPr>
                <a:xfrm>
                  <a:off x="4919827" y="1953578"/>
                  <a:ext cx="307200" cy="2661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925" name="Google Shape;925;p20"/>
                <p:cNvSpPr/>
                <p:nvPr/>
              </p:nvSpPr>
              <p:spPr>
                <a:xfrm>
                  <a:off x="4981813" y="1541325"/>
                  <a:ext cx="102300" cy="1023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926" name="Google Shape;926;p20"/>
              <p:cNvCxnSpPr>
                <a:stCxn id="921" idx="1"/>
                <a:endCxn id="927" idx="0"/>
              </p:cNvCxnSpPr>
              <p:nvPr/>
            </p:nvCxnSpPr>
            <p:spPr>
              <a:xfrm flipH="1" rot="-5400000">
                <a:off x="4749671" y="2219382"/>
                <a:ext cx="135000" cy="172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27" name="Google Shape;927;p20"/>
              <p:cNvSpPr/>
              <p:nvPr/>
            </p:nvSpPr>
            <p:spPr>
              <a:xfrm rot="-5400000">
                <a:off x="4653574" y="2406673"/>
                <a:ext cx="499800" cy="4329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28" name="Google Shape;928;p20"/>
              <p:cNvSpPr/>
              <p:nvPr/>
            </p:nvSpPr>
            <p:spPr>
              <a:xfrm rot="-5400000">
                <a:off x="4704500" y="2450622"/>
                <a:ext cx="398100" cy="3450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21"/>
          <p:cNvSpPr/>
          <p:nvPr>
            <p:ph idx="2" type="pic"/>
          </p:nvPr>
        </p:nvSpPr>
        <p:spPr>
          <a:xfrm>
            <a:off x="726775" y="2830600"/>
            <a:ext cx="7704000" cy="1778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1" name="Google Shape;931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32" name="Google Shape;932;p21"/>
          <p:cNvSpPr txBox="1"/>
          <p:nvPr>
            <p:ph idx="1" type="subTitle"/>
          </p:nvPr>
        </p:nvSpPr>
        <p:spPr>
          <a:xfrm>
            <a:off x="713225" y="1614011"/>
            <a:ext cx="17931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3" name="Google Shape;933;p21"/>
          <p:cNvSpPr txBox="1"/>
          <p:nvPr>
            <p:ph idx="3" type="subTitle"/>
          </p:nvPr>
        </p:nvSpPr>
        <p:spPr>
          <a:xfrm>
            <a:off x="2685782" y="1614011"/>
            <a:ext cx="17931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4" name="Google Shape;934;p21"/>
          <p:cNvSpPr txBox="1"/>
          <p:nvPr>
            <p:ph idx="4" type="subTitle"/>
          </p:nvPr>
        </p:nvSpPr>
        <p:spPr>
          <a:xfrm>
            <a:off x="4658339" y="1614011"/>
            <a:ext cx="17931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5" name="Google Shape;935;p21"/>
          <p:cNvSpPr txBox="1"/>
          <p:nvPr>
            <p:ph idx="5" type="subTitle"/>
          </p:nvPr>
        </p:nvSpPr>
        <p:spPr>
          <a:xfrm>
            <a:off x="6630896" y="1614011"/>
            <a:ext cx="17931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6" name="Google Shape;936;p21"/>
          <p:cNvSpPr txBox="1"/>
          <p:nvPr>
            <p:ph idx="6" type="subTitle"/>
          </p:nvPr>
        </p:nvSpPr>
        <p:spPr>
          <a:xfrm>
            <a:off x="713225" y="1216375"/>
            <a:ext cx="17931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000"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937" name="Google Shape;937;p21"/>
          <p:cNvSpPr txBox="1"/>
          <p:nvPr>
            <p:ph idx="7" type="subTitle"/>
          </p:nvPr>
        </p:nvSpPr>
        <p:spPr>
          <a:xfrm>
            <a:off x="2685783" y="1216375"/>
            <a:ext cx="17931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000"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938" name="Google Shape;938;p21"/>
          <p:cNvSpPr txBox="1"/>
          <p:nvPr>
            <p:ph idx="8" type="subTitle"/>
          </p:nvPr>
        </p:nvSpPr>
        <p:spPr>
          <a:xfrm>
            <a:off x="4658340" y="1216375"/>
            <a:ext cx="17931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000"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939" name="Google Shape;939;p21"/>
          <p:cNvSpPr txBox="1"/>
          <p:nvPr>
            <p:ph idx="9" type="subTitle"/>
          </p:nvPr>
        </p:nvSpPr>
        <p:spPr>
          <a:xfrm>
            <a:off x="6630898" y="1216375"/>
            <a:ext cx="17931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000"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b="1"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grpSp>
        <p:nvGrpSpPr>
          <p:cNvPr id="940" name="Google Shape;940;p21"/>
          <p:cNvGrpSpPr/>
          <p:nvPr/>
        </p:nvGrpSpPr>
        <p:grpSpPr>
          <a:xfrm>
            <a:off x="80095" y="-272522"/>
            <a:ext cx="9526605" cy="5996672"/>
            <a:chOff x="80095" y="-272522"/>
            <a:chExt cx="9526605" cy="5996672"/>
          </a:xfrm>
        </p:grpSpPr>
        <p:grpSp>
          <p:nvGrpSpPr>
            <p:cNvPr id="941" name="Google Shape;941;p21"/>
            <p:cNvGrpSpPr/>
            <p:nvPr/>
          </p:nvGrpSpPr>
          <p:grpSpPr>
            <a:xfrm>
              <a:off x="7591902" y="3331500"/>
              <a:ext cx="2014798" cy="2392650"/>
              <a:chOff x="5379377" y="-851325"/>
              <a:chExt cx="2014798" cy="2392650"/>
            </a:xfrm>
          </p:grpSpPr>
          <p:grpSp>
            <p:nvGrpSpPr>
              <p:cNvPr id="942" name="Google Shape;942;p21"/>
              <p:cNvGrpSpPr/>
              <p:nvPr/>
            </p:nvGrpSpPr>
            <p:grpSpPr>
              <a:xfrm>
                <a:off x="6360273" y="-338456"/>
                <a:ext cx="917499" cy="794671"/>
                <a:chOff x="8022925" y="186250"/>
                <a:chExt cx="815700" cy="706500"/>
              </a:xfrm>
            </p:grpSpPr>
            <p:sp>
              <p:nvSpPr>
                <p:cNvPr id="943" name="Google Shape;943;p21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944" name="Google Shape;944;p21"/>
                <p:cNvSpPr/>
                <p:nvPr/>
              </p:nvSpPr>
              <p:spPr>
                <a:xfrm>
                  <a:off x="8169420" y="313166"/>
                  <a:ext cx="522900" cy="452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945" name="Google Shape;945;p21"/>
              <p:cNvGrpSpPr/>
              <p:nvPr/>
            </p:nvGrpSpPr>
            <p:grpSpPr>
              <a:xfrm>
                <a:off x="6089765" y="600244"/>
                <a:ext cx="587793" cy="509104"/>
                <a:chOff x="8022925" y="186250"/>
                <a:chExt cx="815700" cy="706500"/>
              </a:xfrm>
            </p:grpSpPr>
            <p:sp>
              <p:nvSpPr>
                <p:cNvPr id="946" name="Google Shape;946;p21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947" name="Google Shape;947;p21"/>
                <p:cNvSpPr/>
                <p:nvPr/>
              </p:nvSpPr>
              <p:spPr>
                <a:xfrm>
                  <a:off x="8213302" y="351156"/>
                  <a:ext cx="435000" cy="3768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948" name="Google Shape;948;p21"/>
              <p:cNvSpPr/>
              <p:nvPr/>
            </p:nvSpPr>
            <p:spPr>
              <a:xfrm>
                <a:off x="6499238" y="55212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49" name="Google Shape;949;p21"/>
              <p:cNvSpPr/>
              <p:nvPr/>
            </p:nvSpPr>
            <p:spPr>
              <a:xfrm>
                <a:off x="6495077" y="-723872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50" name="Google Shape;950;p21"/>
              <p:cNvCxnSpPr>
                <a:stCxn id="946" idx="3"/>
              </p:cNvCxnSpPr>
              <p:nvPr/>
            </p:nvCxnSpPr>
            <p:spPr>
              <a:xfrm rot="10800000">
                <a:off x="5686565" y="854796"/>
                <a:ext cx="403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1" name="Google Shape;951;p21"/>
              <p:cNvCxnSpPr>
                <a:stCxn id="946" idx="1"/>
              </p:cNvCxnSpPr>
              <p:nvPr/>
            </p:nvCxnSpPr>
            <p:spPr>
              <a:xfrm>
                <a:off x="6550283" y="1109348"/>
                <a:ext cx="226200" cy="39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52" name="Google Shape;952;p21"/>
              <p:cNvSpPr/>
              <p:nvPr/>
            </p:nvSpPr>
            <p:spPr>
              <a:xfrm>
                <a:off x="6736425" y="146272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53" name="Google Shape;953;p21"/>
              <p:cNvCxnSpPr>
                <a:stCxn id="943" idx="5"/>
              </p:cNvCxnSpPr>
              <p:nvPr/>
            </p:nvCxnSpPr>
            <p:spPr>
              <a:xfrm flipH="1" rot="10800000">
                <a:off x="7079105" y="-816055"/>
                <a:ext cx="275700" cy="47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54" name="Google Shape;954;p21"/>
              <p:cNvSpPr/>
              <p:nvPr/>
            </p:nvSpPr>
            <p:spPr>
              <a:xfrm>
                <a:off x="7315575" y="-85132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55" name="Google Shape;955;p21"/>
              <p:cNvSpPr/>
              <p:nvPr/>
            </p:nvSpPr>
            <p:spPr>
              <a:xfrm>
                <a:off x="5379377" y="721791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956" name="Google Shape;956;p21"/>
            <p:cNvGrpSpPr/>
            <p:nvPr/>
          </p:nvGrpSpPr>
          <p:grpSpPr>
            <a:xfrm>
              <a:off x="8058719" y="-272522"/>
              <a:ext cx="1180258" cy="1390907"/>
              <a:chOff x="4046769" y="1482116"/>
              <a:chExt cx="1180258" cy="1390907"/>
            </a:xfrm>
          </p:grpSpPr>
          <p:grpSp>
            <p:nvGrpSpPr>
              <p:cNvPr id="957" name="Google Shape;957;p21"/>
              <p:cNvGrpSpPr/>
              <p:nvPr/>
            </p:nvGrpSpPr>
            <p:grpSpPr>
              <a:xfrm>
                <a:off x="4046769" y="1482116"/>
                <a:ext cx="1180258" cy="993459"/>
                <a:chOff x="4046769" y="1482116"/>
                <a:chExt cx="1180258" cy="993459"/>
              </a:xfrm>
            </p:grpSpPr>
            <p:grpSp>
              <p:nvGrpSpPr>
                <p:cNvPr id="958" name="Google Shape;958;p21"/>
                <p:cNvGrpSpPr/>
                <p:nvPr/>
              </p:nvGrpSpPr>
              <p:grpSpPr>
                <a:xfrm>
                  <a:off x="4046769" y="1482116"/>
                  <a:ext cx="873044" cy="756167"/>
                  <a:chOff x="8022925" y="186250"/>
                  <a:chExt cx="815700" cy="706500"/>
                </a:xfrm>
              </p:grpSpPr>
              <p:sp>
                <p:nvSpPr>
                  <p:cNvPr id="959" name="Google Shape;959;p21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l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960" name="Google Shape;960;p21"/>
                  <p:cNvSpPr/>
                  <p:nvPr/>
                </p:nvSpPr>
                <p:spPr>
                  <a:xfrm>
                    <a:off x="8133718" y="282237"/>
                    <a:ext cx="594300" cy="514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961" name="Google Shape;961;p21"/>
                  <p:cNvSpPr/>
                  <p:nvPr/>
                </p:nvSpPr>
                <p:spPr>
                  <a:xfrm>
                    <a:off x="8240438" y="374705"/>
                    <a:ext cx="380700" cy="3297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sp>
              <p:nvSpPr>
                <p:cNvPr id="962" name="Google Shape;962;p21"/>
                <p:cNvSpPr/>
                <p:nvPr/>
              </p:nvSpPr>
              <p:spPr>
                <a:xfrm>
                  <a:off x="4919827" y="1953578"/>
                  <a:ext cx="307200" cy="2661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963" name="Google Shape;963;p21"/>
                <p:cNvSpPr/>
                <p:nvPr/>
              </p:nvSpPr>
              <p:spPr>
                <a:xfrm>
                  <a:off x="4498375" y="2373275"/>
                  <a:ext cx="102300" cy="1023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964" name="Google Shape;964;p21"/>
              <p:cNvCxnSpPr>
                <a:stCxn id="959" idx="1"/>
                <a:endCxn id="965" idx="0"/>
              </p:cNvCxnSpPr>
              <p:nvPr/>
            </p:nvCxnSpPr>
            <p:spPr>
              <a:xfrm>
                <a:off x="4730771" y="2238282"/>
                <a:ext cx="172800" cy="13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65" name="Google Shape;965;p21"/>
              <p:cNvSpPr/>
              <p:nvPr/>
            </p:nvSpPr>
            <p:spPr>
              <a:xfrm rot="-5400000">
                <a:off x="4653574" y="2406673"/>
                <a:ext cx="499800" cy="4329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66" name="Google Shape;966;p21"/>
              <p:cNvSpPr/>
              <p:nvPr/>
            </p:nvSpPr>
            <p:spPr>
              <a:xfrm rot="-5400000">
                <a:off x="4704500" y="2450622"/>
                <a:ext cx="398100" cy="3450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967" name="Google Shape;967;p21"/>
            <p:cNvGrpSpPr/>
            <p:nvPr/>
          </p:nvGrpSpPr>
          <p:grpSpPr>
            <a:xfrm>
              <a:off x="80095" y="3828517"/>
              <a:ext cx="989200" cy="1230763"/>
              <a:chOff x="80095" y="3828517"/>
              <a:chExt cx="989200" cy="1230763"/>
            </a:xfrm>
          </p:grpSpPr>
          <p:grpSp>
            <p:nvGrpSpPr>
              <p:cNvPr id="968" name="Google Shape;968;p21"/>
              <p:cNvGrpSpPr/>
              <p:nvPr/>
            </p:nvGrpSpPr>
            <p:grpSpPr>
              <a:xfrm flipH="1" rot="5400000">
                <a:off x="10465" y="4000450"/>
                <a:ext cx="1128460" cy="989200"/>
                <a:chOff x="2136440" y="1592025"/>
                <a:chExt cx="1128460" cy="989200"/>
              </a:xfrm>
            </p:grpSpPr>
            <p:grpSp>
              <p:nvGrpSpPr>
                <p:cNvPr id="969" name="Google Shape;969;p21"/>
                <p:cNvGrpSpPr/>
                <p:nvPr/>
              </p:nvGrpSpPr>
              <p:grpSpPr>
                <a:xfrm rot="10800000">
                  <a:off x="2273907" y="2024002"/>
                  <a:ext cx="587793" cy="509104"/>
                  <a:chOff x="8022925" y="186250"/>
                  <a:chExt cx="815700" cy="706500"/>
                </a:xfrm>
              </p:grpSpPr>
              <p:sp>
                <p:nvSpPr>
                  <p:cNvPr id="970" name="Google Shape;970;p21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971" name="Google Shape;971;p21"/>
                  <p:cNvSpPr/>
                  <p:nvPr/>
                </p:nvSpPr>
                <p:spPr>
                  <a:xfrm>
                    <a:off x="8213302" y="351156"/>
                    <a:ext cx="435000" cy="3768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sp>
              <p:nvSpPr>
                <p:cNvPr id="972" name="Google Shape;972;p21"/>
                <p:cNvSpPr/>
                <p:nvPr/>
              </p:nvSpPr>
              <p:spPr>
                <a:xfrm rot="10800000">
                  <a:off x="2349928" y="2478925"/>
                  <a:ext cx="102300" cy="1023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cxnSp>
              <p:nvCxnSpPr>
                <p:cNvPr id="973" name="Google Shape;973;p21"/>
                <p:cNvCxnSpPr>
                  <a:stCxn id="970" idx="3"/>
                </p:cNvCxnSpPr>
                <p:nvPr/>
              </p:nvCxnSpPr>
              <p:spPr>
                <a:xfrm rot="10800000">
                  <a:off x="3063300" y="2076954"/>
                  <a:ext cx="0" cy="403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74" name="Google Shape;974;p21"/>
                <p:cNvCxnSpPr>
                  <a:stCxn id="970" idx="1"/>
                </p:cNvCxnSpPr>
                <p:nvPr/>
              </p:nvCxnSpPr>
              <p:spPr>
                <a:xfrm flipH="1" rot="5400000">
                  <a:off x="2092183" y="1715002"/>
                  <a:ext cx="391800" cy="226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975" name="Google Shape;975;p21"/>
                <p:cNvSpPr/>
                <p:nvPr/>
              </p:nvSpPr>
              <p:spPr>
                <a:xfrm rot="10800000">
                  <a:off x="2136440" y="1592025"/>
                  <a:ext cx="78600" cy="78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976" name="Google Shape;976;p21"/>
              <p:cNvSpPr/>
              <p:nvPr/>
            </p:nvSpPr>
            <p:spPr>
              <a:xfrm flipH="1" rot="-5400000">
                <a:off x="333845" y="3828517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22"/>
          <p:cNvSpPr txBox="1"/>
          <p:nvPr>
            <p:ph idx="1" type="subTitle"/>
          </p:nvPr>
        </p:nvSpPr>
        <p:spPr>
          <a:xfrm>
            <a:off x="720000" y="1347250"/>
            <a:ext cx="4118400" cy="3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979" name="Google Shape;979;p22"/>
          <p:cNvSpPr/>
          <p:nvPr>
            <p:ph idx="2" type="pic"/>
          </p:nvPr>
        </p:nvSpPr>
        <p:spPr>
          <a:xfrm>
            <a:off x="5346075" y="1411300"/>
            <a:ext cx="3084600" cy="3198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0" name="Google Shape;980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981" name="Google Shape;981;p22"/>
          <p:cNvGrpSpPr/>
          <p:nvPr/>
        </p:nvGrpSpPr>
        <p:grpSpPr>
          <a:xfrm>
            <a:off x="-498798" y="-311134"/>
            <a:ext cx="9996544" cy="6330709"/>
            <a:chOff x="-498798" y="-311134"/>
            <a:chExt cx="9996544" cy="6330709"/>
          </a:xfrm>
        </p:grpSpPr>
        <p:grpSp>
          <p:nvGrpSpPr>
            <p:cNvPr id="982" name="Google Shape;982;p22"/>
            <p:cNvGrpSpPr/>
            <p:nvPr/>
          </p:nvGrpSpPr>
          <p:grpSpPr>
            <a:xfrm rot="10800000">
              <a:off x="-498798" y="3571972"/>
              <a:ext cx="2965866" cy="2447603"/>
              <a:chOff x="4428309" y="-851325"/>
              <a:chExt cx="2965866" cy="2447603"/>
            </a:xfrm>
          </p:grpSpPr>
          <p:grpSp>
            <p:nvGrpSpPr>
              <p:cNvPr id="983" name="Google Shape;983;p22"/>
              <p:cNvGrpSpPr/>
              <p:nvPr/>
            </p:nvGrpSpPr>
            <p:grpSpPr>
              <a:xfrm>
                <a:off x="4428309" y="-723871"/>
                <a:ext cx="1245819" cy="1079037"/>
                <a:chOff x="8022925" y="186250"/>
                <a:chExt cx="815700" cy="706500"/>
              </a:xfrm>
            </p:grpSpPr>
            <p:sp>
              <p:nvSpPr>
                <p:cNvPr id="984" name="Google Shape;984;p22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985" name="Google Shape;985;p22"/>
                <p:cNvSpPr/>
                <p:nvPr/>
              </p:nvSpPr>
              <p:spPr>
                <a:xfrm>
                  <a:off x="8066182" y="223764"/>
                  <a:ext cx="729300" cy="631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986" name="Google Shape;986;p22"/>
                <p:cNvSpPr/>
                <p:nvPr/>
              </p:nvSpPr>
              <p:spPr>
                <a:xfrm>
                  <a:off x="8355664" y="474499"/>
                  <a:ext cx="150300" cy="1302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987" name="Google Shape;987;p22"/>
              <p:cNvGrpSpPr/>
              <p:nvPr/>
            </p:nvGrpSpPr>
            <p:grpSpPr>
              <a:xfrm>
                <a:off x="6360273" y="-338456"/>
                <a:ext cx="917499" cy="794671"/>
                <a:chOff x="8022925" y="186250"/>
                <a:chExt cx="815700" cy="706500"/>
              </a:xfrm>
            </p:grpSpPr>
            <p:sp>
              <p:nvSpPr>
                <p:cNvPr id="988" name="Google Shape;988;p22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989" name="Google Shape;989;p22"/>
                <p:cNvSpPr/>
                <p:nvPr/>
              </p:nvSpPr>
              <p:spPr>
                <a:xfrm>
                  <a:off x="8169420" y="313166"/>
                  <a:ext cx="522900" cy="452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990" name="Google Shape;990;p22"/>
              <p:cNvGrpSpPr/>
              <p:nvPr/>
            </p:nvGrpSpPr>
            <p:grpSpPr>
              <a:xfrm>
                <a:off x="5548840" y="-8756"/>
                <a:ext cx="587793" cy="509104"/>
                <a:chOff x="8022925" y="186250"/>
                <a:chExt cx="815700" cy="706500"/>
              </a:xfrm>
            </p:grpSpPr>
            <p:sp>
              <p:nvSpPr>
                <p:cNvPr id="991" name="Google Shape;991;p22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992" name="Google Shape;992;p22"/>
                <p:cNvSpPr/>
                <p:nvPr/>
              </p:nvSpPr>
              <p:spPr>
                <a:xfrm>
                  <a:off x="8114217" y="265360"/>
                  <a:ext cx="633300" cy="5484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993" name="Google Shape;993;p22"/>
              <p:cNvGrpSpPr/>
              <p:nvPr/>
            </p:nvGrpSpPr>
            <p:grpSpPr>
              <a:xfrm>
                <a:off x="6287065" y="600244"/>
                <a:ext cx="587793" cy="509104"/>
                <a:chOff x="8296725" y="186250"/>
                <a:chExt cx="815700" cy="706500"/>
              </a:xfrm>
            </p:grpSpPr>
            <p:sp>
              <p:nvSpPr>
                <p:cNvPr id="994" name="Google Shape;994;p22"/>
                <p:cNvSpPr/>
                <p:nvPr/>
              </p:nvSpPr>
              <p:spPr>
                <a:xfrm>
                  <a:off x="82967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995" name="Google Shape;995;p22"/>
                <p:cNvSpPr/>
                <p:nvPr/>
              </p:nvSpPr>
              <p:spPr>
                <a:xfrm>
                  <a:off x="8487102" y="351156"/>
                  <a:ext cx="435000" cy="3768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996" name="Google Shape;996;p22"/>
              <p:cNvSpPr/>
              <p:nvPr/>
            </p:nvSpPr>
            <p:spPr>
              <a:xfrm>
                <a:off x="6696538" y="55212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97" name="Google Shape;997;p22"/>
              <p:cNvSpPr/>
              <p:nvPr/>
            </p:nvSpPr>
            <p:spPr>
              <a:xfrm>
                <a:off x="6053077" y="-723872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98" name="Google Shape;998;p22"/>
              <p:cNvCxnSpPr>
                <a:stCxn id="991" idx="0"/>
              </p:cNvCxnSpPr>
              <p:nvPr/>
            </p:nvCxnSpPr>
            <p:spPr>
              <a:xfrm>
                <a:off x="6136634" y="245796"/>
                <a:ext cx="154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9" name="Google Shape;999;p22"/>
              <p:cNvCxnSpPr>
                <a:stCxn id="988" idx="3"/>
              </p:cNvCxnSpPr>
              <p:nvPr/>
            </p:nvCxnSpPr>
            <p:spPr>
              <a:xfrm flipH="1">
                <a:off x="6287073" y="58880"/>
                <a:ext cx="73200" cy="18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0" name="Google Shape;1000;p22"/>
              <p:cNvCxnSpPr>
                <a:stCxn id="994" idx="1"/>
              </p:cNvCxnSpPr>
              <p:nvPr/>
            </p:nvCxnSpPr>
            <p:spPr>
              <a:xfrm>
                <a:off x="6747583" y="1109348"/>
                <a:ext cx="226200" cy="39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01" name="Google Shape;1001;p22"/>
              <p:cNvSpPr/>
              <p:nvPr/>
            </p:nvSpPr>
            <p:spPr>
              <a:xfrm>
                <a:off x="6933725" y="146272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02" name="Google Shape;1002;p22"/>
              <p:cNvCxnSpPr>
                <a:stCxn id="988" idx="5"/>
              </p:cNvCxnSpPr>
              <p:nvPr/>
            </p:nvCxnSpPr>
            <p:spPr>
              <a:xfrm flipH="1" rot="10800000">
                <a:off x="7079105" y="-816055"/>
                <a:ext cx="275700" cy="47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03" name="Google Shape;1003;p22"/>
              <p:cNvSpPr/>
              <p:nvPr/>
            </p:nvSpPr>
            <p:spPr>
              <a:xfrm>
                <a:off x="7315575" y="-85132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04" name="Google Shape;1004;p22"/>
              <p:cNvSpPr/>
              <p:nvPr/>
            </p:nvSpPr>
            <p:spPr>
              <a:xfrm>
                <a:off x="6499602" y="1330178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005" name="Google Shape;1005;p22"/>
            <p:cNvGrpSpPr/>
            <p:nvPr/>
          </p:nvGrpSpPr>
          <p:grpSpPr>
            <a:xfrm flipH="1">
              <a:off x="8555763" y="3880174"/>
              <a:ext cx="825115" cy="1625907"/>
              <a:chOff x="9282198" y="-206726"/>
              <a:chExt cx="825115" cy="1625907"/>
            </a:xfrm>
          </p:grpSpPr>
          <p:grpSp>
            <p:nvGrpSpPr>
              <p:cNvPr id="1006" name="Google Shape;1006;p22"/>
              <p:cNvGrpSpPr/>
              <p:nvPr/>
            </p:nvGrpSpPr>
            <p:grpSpPr>
              <a:xfrm>
                <a:off x="9282198" y="546137"/>
                <a:ext cx="756167" cy="873044"/>
                <a:chOff x="7992283" y="120774"/>
                <a:chExt cx="706500" cy="815700"/>
              </a:xfrm>
            </p:grpSpPr>
            <p:sp>
              <p:nvSpPr>
                <p:cNvPr id="1007" name="Google Shape;1007;p22"/>
                <p:cNvSpPr/>
                <p:nvPr/>
              </p:nvSpPr>
              <p:spPr>
                <a:xfrm rot="5400000">
                  <a:off x="7937683" y="175374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008" name="Google Shape;1008;p22"/>
                <p:cNvSpPr/>
                <p:nvPr/>
              </p:nvSpPr>
              <p:spPr>
                <a:xfrm rot="5400000">
                  <a:off x="8048396" y="271467"/>
                  <a:ext cx="594300" cy="514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009" name="Google Shape;1009;p22"/>
                <p:cNvSpPr/>
                <p:nvPr/>
              </p:nvSpPr>
              <p:spPr>
                <a:xfrm rot="5400000">
                  <a:off x="8155128" y="363787"/>
                  <a:ext cx="380700" cy="329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010" name="Google Shape;1010;p22"/>
              <p:cNvSpPr/>
              <p:nvPr/>
            </p:nvSpPr>
            <p:spPr>
              <a:xfrm>
                <a:off x="9547801" y="-206726"/>
                <a:ext cx="457200" cy="3960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11" name="Google Shape;1011;p22"/>
              <p:cNvSpPr/>
              <p:nvPr/>
            </p:nvSpPr>
            <p:spPr>
              <a:xfrm>
                <a:off x="10005013" y="18927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1012" name="Google Shape;1012;p22"/>
              <p:cNvGrpSpPr/>
              <p:nvPr/>
            </p:nvGrpSpPr>
            <p:grpSpPr>
              <a:xfrm>
                <a:off x="9627930" y="363668"/>
                <a:ext cx="64800" cy="182469"/>
                <a:chOff x="8079755" y="2344868"/>
                <a:chExt cx="64800" cy="182469"/>
              </a:xfrm>
            </p:grpSpPr>
            <p:cxnSp>
              <p:nvCxnSpPr>
                <p:cNvPr id="1013" name="Google Shape;1013;p22"/>
                <p:cNvCxnSpPr>
                  <a:stCxn id="1007" idx="3"/>
                </p:cNvCxnSpPr>
                <p:nvPr/>
              </p:nvCxnSpPr>
              <p:spPr>
                <a:xfrm rot="10800000">
                  <a:off x="8112106" y="2373437"/>
                  <a:ext cx="0" cy="153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014" name="Google Shape;1014;p22"/>
                <p:cNvSpPr/>
                <p:nvPr/>
              </p:nvSpPr>
              <p:spPr>
                <a:xfrm rot="5400000">
                  <a:off x="8079755" y="2344868"/>
                  <a:ext cx="64800" cy="648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015" name="Google Shape;1015;p22"/>
              <p:cNvSpPr/>
              <p:nvPr/>
            </p:nvSpPr>
            <p:spPr>
              <a:xfrm>
                <a:off x="9622802" y="-141772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016" name="Google Shape;1016;p22"/>
            <p:cNvGrpSpPr/>
            <p:nvPr/>
          </p:nvGrpSpPr>
          <p:grpSpPr>
            <a:xfrm flipH="1">
              <a:off x="8277176" y="-311134"/>
              <a:ext cx="1220571" cy="1450531"/>
              <a:chOff x="6134231" y="-642422"/>
              <a:chExt cx="1220571" cy="1450531"/>
            </a:xfrm>
          </p:grpSpPr>
          <p:grpSp>
            <p:nvGrpSpPr>
              <p:cNvPr id="1017" name="Google Shape;1017;p22"/>
              <p:cNvGrpSpPr/>
              <p:nvPr/>
            </p:nvGrpSpPr>
            <p:grpSpPr>
              <a:xfrm>
                <a:off x="6134231" y="-642422"/>
                <a:ext cx="873044" cy="756167"/>
                <a:chOff x="7392284" y="-113981"/>
                <a:chExt cx="815700" cy="706500"/>
              </a:xfrm>
            </p:grpSpPr>
            <p:sp>
              <p:nvSpPr>
                <p:cNvPr id="1018" name="Google Shape;1018;p22"/>
                <p:cNvSpPr/>
                <p:nvPr/>
              </p:nvSpPr>
              <p:spPr>
                <a:xfrm>
                  <a:off x="7392284" y="-113981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019" name="Google Shape;1019;p22"/>
                <p:cNvSpPr/>
                <p:nvPr/>
              </p:nvSpPr>
              <p:spPr>
                <a:xfrm>
                  <a:off x="7503077" y="-17994"/>
                  <a:ext cx="594300" cy="514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020" name="Google Shape;1020;p22"/>
                <p:cNvSpPr/>
                <p:nvPr/>
              </p:nvSpPr>
              <p:spPr>
                <a:xfrm>
                  <a:off x="7609797" y="74474"/>
                  <a:ext cx="380700" cy="329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1021" name="Google Shape;1021;p22"/>
              <p:cNvGrpSpPr/>
              <p:nvPr/>
            </p:nvGrpSpPr>
            <p:grpSpPr>
              <a:xfrm flipH="1" rot="10800000">
                <a:off x="6550088" y="-170208"/>
                <a:ext cx="804714" cy="978317"/>
                <a:chOff x="7359301" y="-25539"/>
                <a:chExt cx="804714" cy="978317"/>
              </a:xfrm>
            </p:grpSpPr>
            <p:sp>
              <p:nvSpPr>
                <p:cNvPr id="1022" name="Google Shape;1022;p22"/>
                <p:cNvSpPr/>
                <p:nvPr/>
              </p:nvSpPr>
              <p:spPr>
                <a:xfrm>
                  <a:off x="7359301" y="-25539"/>
                  <a:ext cx="457200" cy="3960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023" name="Google Shape;1023;p22"/>
                <p:cNvSpPr/>
                <p:nvPr/>
              </p:nvSpPr>
              <p:spPr>
                <a:xfrm>
                  <a:off x="7499188" y="418925"/>
                  <a:ext cx="102300" cy="1023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024" name="Google Shape;1024;p22"/>
                <p:cNvSpPr/>
                <p:nvPr/>
              </p:nvSpPr>
              <p:spPr>
                <a:xfrm>
                  <a:off x="7856814" y="686678"/>
                  <a:ext cx="307200" cy="2661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23"/>
          <p:cNvSpPr txBox="1"/>
          <p:nvPr>
            <p:ph type="title"/>
          </p:nvPr>
        </p:nvSpPr>
        <p:spPr>
          <a:xfrm>
            <a:off x="720000" y="1900782"/>
            <a:ext cx="32997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27" name="Google Shape;1027;p23"/>
          <p:cNvSpPr txBox="1"/>
          <p:nvPr>
            <p:ph idx="1" type="subTitle"/>
          </p:nvPr>
        </p:nvSpPr>
        <p:spPr>
          <a:xfrm>
            <a:off x="720000" y="2478150"/>
            <a:ext cx="3299700" cy="8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028" name="Google Shape;1028;p23"/>
          <p:cNvGrpSpPr/>
          <p:nvPr/>
        </p:nvGrpSpPr>
        <p:grpSpPr>
          <a:xfrm>
            <a:off x="77240" y="69577"/>
            <a:ext cx="9491710" cy="5019384"/>
            <a:chOff x="77240" y="69577"/>
            <a:chExt cx="9491710" cy="5019384"/>
          </a:xfrm>
        </p:grpSpPr>
        <p:grpSp>
          <p:nvGrpSpPr>
            <p:cNvPr id="1029" name="Google Shape;1029;p23"/>
            <p:cNvGrpSpPr/>
            <p:nvPr/>
          </p:nvGrpSpPr>
          <p:grpSpPr>
            <a:xfrm rot="10800000">
              <a:off x="960740" y="659350"/>
              <a:ext cx="587793" cy="557223"/>
              <a:chOff x="2273907" y="2024002"/>
              <a:chExt cx="587793" cy="557223"/>
            </a:xfrm>
          </p:grpSpPr>
          <p:grpSp>
            <p:nvGrpSpPr>
              <p:cNvPr id="1030" name="Google Shape;1030;p23"/>
              <p:cNvGrpSpPr/>
              <p:nvPr/>
            </p:nvGrpSpPr>
            <p:grpSpPr>
              <a:xfrm rot="10800000">
                <a:off x="2273907" y="2024002"/>
                <a:ext cx="587793" cy="509104"/>
                <a:chOff x="8022925" y="186250"/>
                <a:chExt cx="815700" cy="706500"/>
              </a:xfrm>
            </p:grpSpPr>
            <p:sp>
              <p:nvSpPr>
                <p:cNvPr id="1031" name="Google Shape;1031;p23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032" name="Google Shape;1032;p23"/>
                <p:cNvSpPr/>
                <p:nvPr/>
              </p:nvSpPr>
              <p:spPr>
                <a:xfrm>
                  <a:off x="8213302" y="351156"/>
                  <a:ext cx="435000" cy="3768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033" name="Google Shape;1033;p23"/>
              <p:cNvSpPr/>
              <p:nvPr/>
            </p:nvSpPr>
            <p:spPr>
              <a:xfrm rot="10800000">
                <a:off x="2349928" y="247892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034" name="Google Shape;1034;p23"/>
            <p:cNvGrpSpPr/>
            <p:nvPr/>
          </p:nvGrpSpPr>
          <p:grpSpPr>
            <a:xfrm>
              <a:off x="77240" y="69577"/>
              <a:ext cx="9491710" cy="5019384"/>
              <a:chOff x="77240" y="69577"/>
              <a:chExt cx="9491710" cy="5019384"/>
            </a:xfrm>
          </p:grpSpPr>
          <p:grpSp>
            <p:nvGrpSpPr>
              <p:cNvPr id="1035" name="Google Shape;1035;p23"/>
              <p:cNvGrpSpPr/>
              <p:nvPr/>
            </p:nvGrpSpPr>
            <p:grpSpPr>
              <a:xfrm>
                <a:off x="77240" y="69577"/>
                <a:ext cx="1845335" cy="1351673"/>
                <a:chOff x="1557290" y="2633002"/>
                <a:chExt cx="1845335" cy="1351673"/>
              </a:xfrm>
            </p:grpSpPr>
            <p:grpSp>
              <p:nvGrpSpPr>
                <p:cNvPr id="1036" name="Google Shape;1036;p23"/>
                <p:cNvGrpSpPr/>
                <p:nvPr/>
              </p:nvGrpSpPr>
              <p:grpSpPr>
                <a:xfrm rot="10800000">
                  <a:off x="1673693" y="2677134"/>
                  <a:ext cx="917499" cy="794671"/>
                  <a:chOff x="8022925" y="186250"/>
                  <a:chExt cx="815700" cy="706500"/>
                </a:xfrm>
              </p:grpSpPr>
              <p:sp>
                <p:nvSpPr>
                  <p:cNvPr id="1037" name="Google Shape;1037;p23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solidFill>
                    <a:srgbClr val="AFE0D9">
                      <a:alpha val="59490"/>
                    </a:srgb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1038" name="Google Shape;1038;p23"/>
                  <p:cNvSpPr/>
                  <p:nvPr/>
                </p:nvSpPr>
                <p:spPr>
                  <a:xfrm>
                    <a:off x="8169420" y="313166"/>
                    <a:ext cx="522900" cy="4527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l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grpSp>
              <p:nvGrpSpPr>
                <p:cNvPr id="1039" name="Google Shape;1039;p23"/>
                <p:cNvGrpSpPr/>
                <p:nvPr/>
              </p:nvGrpSpPr>
              <p:grpSpPr>
                <a:xfrm rot="10800000">
                  <a:off x="2814832" y="2633002"/>
                  <a:ext cx="587793" cy="509104"/>
                  <a:chOff x="8022925" y="186250"/>
                  <a:chExt cx="815700" cy="706500"/>
                </a:xfrm>
              </p:grpSpPr>
              <p:sp>
                <p:nvSpPr>
                  <p:cNvPr id="1040" name="Google Shape;1040;p23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1041" name="Google Shape;1041;p23"/>
                  <p:cNvSpPr/>
                  <p:nvPr/>
                </p:nvSpPr>
                <p:spPr>
                  <a:xfrm>
                    <a:off x="8114217" y="265360"/>
                    <a:ext cx="633300" cy="5484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1042" name="Google Shape;1042;p23"/>
                <p:cNvCxnSpPr>
                  <a:stCxn id="1040" idx="0"/>
                </p:cNvCxnSpPr>
                <p:nvPr/>
              </p:nvCxnSpPr>
              <p:spPr>
                <a:xfrm rot="10800000">
                  <a:off x="2660332" y="2887554"/>
                  <a:ext cx="1545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43" name="Google Shape;1043;p23"/>
                <p:cNvCxnSpPr>
                  <a:stCxn id="1037" idx="3"/>
                </p:cNvCxnSpPr>
                <p:nvPr/>
              </p:nvCxnSpPr>
              <p:spPr>
                <a:xfrm flipH="1" rot="10800000">
                  <a:off x="2591192" y="2886970"/>
                  <a:ext cx="73200" cy="187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44" name="Google Shape;1044;p23"/>
                <p:cNvCxnSpPr>
                  <a:stCxn id="1037" idx="5"/>
                </p:cNvCxnSpPr>
                <p:nvPr/>
              </p:nvCxnSpPr>
              <p:spPr>
                <a:xfrm flipH="1">
                  <a:off x="1596661" y="3471805"/>
                  <a:ext cx="275700" cy="477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045" name="Google Shape;1045;p23"/>
                <p:cNvSpPr/>
                <p:nvPr/>
              </p:nvSpPr>
              <p:spPr>
                <a:xfrm rot="10800000">
                  <a:off x="1557290" y="3906075"/>
                  <a:ext cx="78600" cy="78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1046" name="Google Shape;1046;p23"/>
              <p:cNvGrpSpPr/>
              <p:nvPr/>
            </p:nvGrpSpPr>
            <p:grpSpPr>
              <a:xfrm rot="10800000">
                <a:off x="7158025" y="138975"/>
                <a:ext cx="2410926" cy="1646533"/>
                <a:chOff x="8352175" y="-274150"/>
                <a:chExt cx="2410926" cy="1646533"/>
              </a:xfrm>
            </p:grpSpPr>
            <p:grpSp>
              <p:nvGrpSpPr>
                <p:cNvPr id="1047" name="Google Shape;1047;p23"/>
                <p:cNvGrpSpPr/>
                <p:nvPr/>
              </p:nvGrpSpPr>
              <p:grpSpPr>
                <a:xfrm>
                  <a:off x="9314994" y="616216"/>
                  <a:ext cx="873044" cy="756167"/>
                  <a:chOff x="8022925" y="186250"/>
                  <a:chExt cx="815700" cy="706500"/>
                </a:xfrm>
              </p:grpSpPr>
              <p:sp>
                <p:nvSpPr>
                  <p:cNvPr id="1048" name="Google Shape;1048;p23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l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1049" name="Google Shape;1049;p23"/>
                  <p:cNvSpPr/>
                  <p:nvPr/>
                </p:nvSpPr>
                <p:spPr>
                  <a:xfrm>
                    <a:off x="8133718" y="282237"/>
                    <a:ext cx="594300" cy="514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1050" name="Google Shape;1050;p23"/>
                  <p:cNvSpPr/>
                  <p:nvPr/>
                </p:nvSpPr>
                <p:spPr>
                  <a:xfrm>
                    <a:off x="8240438" y="374705"/>
                    <a:ext cx="380700" cy="3297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sp>
              <p:nvSpPr>
                <p:cNvPr id="1051" name="Google Shape;1051;p23"/>
                <p:cNvSpPr/>
                <p:nvPr/>
              </p:nvSpPr>
              <p:spPr>
                <a:xfrm>
                  <a:off x="10305901" y="616224"/>
                  <a:ext cx="457200" cy="3960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052" name="Google Shape;1052;p23"/>
                <p:cNvSpPr/>
                <p:nvPr/>
              </p:nvSpPr>
              <p:spPr>
                <a:xfrm>
                  <a:off x="9118688" y="590550"/>
                  <a:ext cx="102300" cy="1023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grpSp>
              <p:nvGrpSpPr>
                <p:cNvPr id="1053" name="Google Shape;1053;p23"/>
                <p:cNvGrpSpPr/>
                <p:nvPr/>
              </p:nvGrpSpPr>
              <p:grpSpPr>
                <a:xfrm>
                  <a:off x="8408775" y="-274150"/>
                  <a:ext cx="906219" cy="1300800"/>
                  <a:chOff x="6860600" y="1707050"/>
                  <a:chExt cx="906219" cy="1300800"/>
                </a:xfrm>
              </p:grpSpPr>
              <p:grpSp>
                <p:nvGrpSpPr>
                  <p:cNvPr id="1054" name="Google Shape;1054;p23"/>
                  <p:cNvGrpSpPr/>
                  <p:nvPr/>
                </p:nvGrpSpPr>
                <p:grpSpPr>
                  <a:xfrm>
                    <a:off x="6860600" y="2285500"/>
                    <a:ext cx="906219" cy="722350"/>
                    <a:chOff x="6860600" y="2285500"/>
                    <a:chExt cx="906219" cy="722350"/>
                  </a:xfrm>
                </p:grpSpPr>
                <p:cxnSp>
                  <p:nvCxnSpPr>
                    <p:cNvPr id="1055" name="Google Shape;1055;p23"/>
                    <p:cNvCxnSpPr>
                      <a:stCxn id="1048" idx="3"/>
                    </p:cNvCxnSpPr>
                    <p:nvPr/>
                  </p:nvCxnSpPr>
                  <p:spPr>
                    <a:xfrm rot="10800000">
                      <a:off x="7612919" y="2975499"/>
                      <a:ext cx="15390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grpSp>
                  <p:nvGrpSpPr>
                    <p:cNvPr id="1056" name="Google Shape;1056;p23"/>
                    <p:cNvGrpSpPr/>
                    <p:nvPr/>
                  </p:nvGrpSpPr>
                  <p:grpSpPr>
                    <a:xfrm>
                      <a:off x="6860600" y="2285500"/>
                      <a:ext cx="755625" cy="690000"/>
                      <a:chOff x="6860600" y="2285500"/>
                      <a:chExt cx="755625" cy="690000"/>
                    </a:xfrm>
                  </p:grpSpPr>
                  <p:cxnSp>
                    <p:nvCxnSpPr>
                      <p:cNvPr id="1057" name="Google Shape;1057;p23"/>
                      <p:cNvCxnSpPr/>
                      <p:nvPr/>
                    </p:nvCxnSpPr>
                    <p:spPr>
                      <a:xfrm rot="10800000">
                        <a:off x="7262825" y="2285500"/>
                        <a:ext cx="353400" cy="69000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2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1058" name="Google Shape;1058;p23"/>
                      <p:cNvCxnSpPr/>
                      <p:nvPr/>
                    </p:nvCxnSpPr>
                    <p:spPr>
                      <a:xfrm rot="10800000">
                        <a:off x="6860600" y="2289200"/>
                        <a:ext cx="40590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2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</p:grpSp>
                <p:sp>
                  <p:nvSpPr>
                    <p:cNvPr id="1059" name="Google Shape;1059;p23"/>
                    <p:cNvSpPr/>
                    <p:nvPr/>
                  </p:nvSpPr>
                  <p:spPr>
                    <a:xfrm>
                      <a:off x="7584350" y="2943050"/>
                      <a:ext cx="64800" cy="64800"/>
                    </a:xfrm>
                    <a:prstGeom prst="ellipse">
                      <a:avLst/>
                    </a:pr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</p:grpSp>
              <p:cxnSp>
                <p:nvCxnSpPr>
                  <p:cNvPr id="1060" name="Google Shape;1060;p23"/>
                  <p:cNvCxnSpPr/>
                  <p:nvPr/>
                </p:nvCxnSpPr>
                <p:spPr>
                  <a:xfrm flipH="1" rot="10800000">
                    <a:off x="7261350" y="1744525"/>
                    <a:ext cx="315600" cy="5463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1061" name="Google Shape;1061;p23"/>
                  <p:cNvSpPr/>
                  <p:nvPr/>
                </p:nvSpPr>
                <p:spPr>
                  <a:xfrm>
                    <a:off x="7545125" y="1707050"/>
                    <a:ext cx="73500" cy="732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sp>
              <p:nvSpPr>
                <p:cNvPr id="1062" name="Google Shape;1062;p23"/>
                <p:cNvSpPr/>
                <p:nvPr/>
              </p:nvSpPr>
              <p:spPr>
                <a:xfrm>
                  <a:off x="8352175" y="268675"/>
                  <a:ext cx="78600" cy="78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063" name="Google Shape;1063;p23"/>
                <p:cNvSpPr/>
                <p:nvPr/>
              </p:nvSpPr>
              <p:spPr>
                <a:xfrm>
                  <a:off x="8942352" y="174928"/>
                  <a:ext cx="307200" cy="2661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1064" name="Google Shape;1064;p23"/>
              <p:cNvGrpSpPr/>
              <p:nvPr/>
            </p:nvGrpSpPr>
            <p:grpSpPr>
              <a:xfrm rot="5400000">
                <a:off x="224031" y="3803378"/>
                <a:ext cx="1180258" cy="1390907"/>
                <a:chOff x="4046769" y="1482116"/>
                <a:chExt cx="1180258" cy="1390907"/>
              </a:xfrm>
            </p:grpSpPr>
            <p:grpSp>
              <p:nvGrpSpPr>
                <p:cNvPr id="1065" name="Google Shape;1065;p23"/>
                <p:cNvGrpSpPr/>
                <p:nvPr/>
              </p:nvGrpSpPr>
              <p:grpSpPr>
                <a:xfrm>
                  <a:off x="4046769" y="1482116"/>
                  <a:ext cx="1180258" cy="756167"/>
                  <a:chOff x="4046769" y="1482116"/>
                  <a:chExt cx="1180258" cy="756167"/>
                </a:xfrm>
              </p:grpSpPr>
              <p:grpSp>
                <p:nvGrpSpPr>
                  <p:cNvPr id="1066" name="Google Shape;1066;p23"/>
                  <p:cNvGrpSpPr/>
                  <p:nvPr/>
                </p:nvGrpSpPr>
                <p:grpSpPr>
                  <a:xfrm>
                    <a:off x="4046769" y="1482116"/>
                    <a:ext cx="873044" cy="756167"/>
                    <a:chOff x="8022925" y="186250"/>
                    <a:chExt cx="815700" cy="706500"/>
                  </a:xfrm>
                </p:grpSpPr>
                <p:sp>
                  <p:nvSpPr>
                    <p:cNvPr id="1067" name="Google Shape;1067;p23"/>
                    <p:cNvSpPr/>
                    <p:nvPr/>
                  </p:nvSpPr>
                  <p:spPr>
                    <a:xfrm>
                      <a:off x="8022925" y="186250"/>
                      <a:ext cx="815700" cy="7065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1068" name="Google Shape;1068;p23"/>
                    <p:cNvSpPr/>
                    <p:nvPr/>
                  </p:nvSpPr>
                  <p:spPr>
                    <a:xfrm>
                      <a:off x="8133718" y="282237"/>
                      <a:ext cx="594300" cy="5145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1069" name="Google Shape;1069;p23"/>
                    <p:cNvSpPr/>
                    <p:nvPr/>
                  </p:nvSpPr>
                  <p:spPr>
                    <a:xfrm>
                      <a:off x="8240438" y="374705"/>
                      <a:ext cx="380700" cy="329700"/>
                    </a:xfrm>
                    <a:prstGeom prst="hexagon">
                      <a:avLst>
                        <a:gd fmla="val 25000" name="adj"/>
                        <a:gd fmla="val 115470" name="vf"/>
                      </a:avLst>
                    </a:prstGeom>
                    <a:noFill/>
                    <a:ln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</p:grpSp>
              <p:sp>
                <p:nvSpPr>
                  <p:cNvPr id="1070" name="Google Shape;1070;p23"/>
                  <p:cNvSpPr/>
                  <p:nvPr/>
                </p:nvSpPr>
                <p:spPr>
                  <a:xfrm>
                    <a:off x="4919827" y="1953578"/>
                    <a:ext cx="307200" cy="2661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solidFill>
                    <a:srgbClr val="AFE0D9">
                      <a:alpha val="59490"/>
                    </a:srgb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1071" name="Google Shape;1071;p23"/>
                  <p:cNvSpPr/>
                  <p:nvPr/>
                </p:nvSpPr>
                <p:spPr>
                  <a:xfrm>
                    <a:off x="4981813" y="1541325"/>
                    <a:ext cx="102300" cy="1023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1072" name="Google Shape;1072;p23"/>
                <p:cNvCxnSpPr>
                  <a:stCxn id="1067" idx="1"/>
                  <a:endCxn id="1073" idx="0"/>
                </p:cNvCxnSpPr>
                <p:nvPr/>
              </p:nvCxnSpPr>
              <p:spPr>
                <a:xfrm flipH="1" rot="-5400000">
                  <a:off x="4749671" y="2219382"/>
                  <a:ext cx="135000" cy="1728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073" name="Google Shape;1073;p23"/>
                <p:cNvSpPr/>
                <p:nvPr/>
              </p:nvSpPr>
              <p:spPr>
                <a:xfrm rot="-5400000">
                  <a:off x="4653574" y="2406673"/>
                  <a:ext cx="499800" cy="4329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074" name="Google Shape;1074;p23"/>
                <p:cNvSpPr/>
                <p:nvPr/>
              </p:nvSpPr>
              <p:spPr>
                <a:xfrm rot="-5400000">
                  <a:off x="4704500" y="2450622"/>
                  <a:ext cx="398100" cy="3450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24"/>
          <p:cNvSpPr txBox="1"/>
          <p:nvPr>
            <p:ph type="title"/>
          </p:nvPr>
        </p:nvSpPr>
        <p:spPr>
          <a:xfrm>
            <a:off x="4571896" y="586862"/>
            <a:ext cx="38589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9pPr>
          </a:lstStyle>
          <a:p/>
        </p:txBody>
      </p:sp>
      <p:sp>
        <p:nvSpPr>
          <p:cNvPr id="1077" name="Google Shape;1077;p24"/>
          <p:cNvSpPr txBox="1"/>
          <p:nvPr>
            <p:ph idx="1" type="subTitle"/>
          </p:nvPr>
        </p:nvSpPr>
        <p:spPr>
          <a:xfrm>
            <a:off x="4571863" y="1660368"/>
            <a:ext cx="3858900" cy="12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8" name="Google Shape;1078;p24"/>
          <p:cNvSpPr txBox="1"/>
          <p:nvPr/>
        </p:nvSpPr>
        <p:spPr>
          <a:xfrm>
            <a:off x="4571975" y="3444400"/>
            <a:ext cx="3858900" cy="8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CREDITS: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" sz="12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,</a:t>
            </a:r>
            <a:r>
              <a:rPr lang="en" sz="12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 and includes icons by</a:t>
            </a:r>
            <a:r>
              <a:rPr b="1" lang="en" sz="12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b="1" lang="en" sz="1200" u="sng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2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,</a:t>
            </a:r>
            <a:r>
              <a:rPr lang="en" sz="12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 and infographics &amp; images by </a:t>
            </a:r>
            <a:r>
              <a:rPr b="1" lang="en" sz="1200" u="sng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200" u="sng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endParaRPr b="1" sz="1200" u="sng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079" name="Google Shape;1079;p24"/>
          <p:cNvSpPr/>
          <p:nvPr>
            <p:ph idx="2" type="pic"/>
          </p:nvPr>
        </p:nvSpPr>
        <p:spPr>
          <a:xfrm>
            <a:off x="713225" y="785250"/>
            <a:ext cx="2870400" cy="3573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1080" name="Google Shape;1080;p24"/>
          <p:cNvGrpSpPr/>
          <p:nvPr/>
        </p:nvGrpSpPr>
        <p:grpSpPr>
          <a:xfrm>
            <a:off x="-44274" y="-300834"/>
            <a:ext cx="9414514" cy="5778751"/>
            <a:chOff x="-44274" y="-300834"/>
            <a:chExt cx="9414514" cy="5778751"/>
          </a:xfrm>
        </p:grpSpPr>
        <p:grpSp>
          <p:nvGrpSpPr>
            <p:cNvPr id="1081" name="Google Shape;1081;p24"/>
            <p:cNvGrpSpPr/>
            <p:nvPr/>
          </p:nvGrpSpPr>
          <p:grpSpPr>
            <a:xfrm>
              <a:off x="-44274" y="4192528"/>
              <a:ext cx="1514976" cy="1058593"/>
              <a:chOff x="6487988" y="-321084"/>
              <a:chExt cx="1514976" cy="1058593"/>
            </a:xfrm>
          </p:grpSpPr>
          <p:grpSp>
            <p:nvGrpSpPr>
              <p:cNvPr id="1082" name="Google Shape;1082;p24"/>
              <p:cNvGrpSpPr/>
              <p:nvPr/>
            </p:nvGrpSpPr>
            <p:grpSpPr>
              <a:xfrm>
                <a:off x="6809206" y="-321084"/>
                <a:ext cx="873044" cy="756167"/>
                <a:chOff x="8022925" y="186250"/>
                <a:chExt cx="815700" cy="706500"/>
              </a:xfrm>
            </p:grpSpPr>
            <p:sp>
              <p:nvSpPr>
                <p:cNvPr id="1083" name="Google Shape;1083;p24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084" name="Google Shape;1084;p24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085" name="Google Shape;1085;p24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1086" name="Google Shape;1086;p24"/>
              <p:cNvGrpSpPr/>
              <p:nvPr/>
            </p:nvGrpSpPr>
            <p:grpSpPr>
              <a:xfrm flipH="1" rot="10800000">
                <a:off x="6487988" y="89717"/>
                <a:ext cx="1514976" cy="647792"/>
                <a:chOff x="7297201" y="45061"/>
                <a:chExt cx="1514976" cy="647792"/>
              </a:xfrm>
            </p:grpSpPr>
            <p:sp>
              <p:nvSpPr>
                <p:cNvPr id="1087" name="Google Shape;1087;p24"/>
                <p:cNvSpPr/>
                <p:nvPr/>
              </p:nvSpPr>
              <p:spPr>
                <a:xfrm>
                  <a:off x="7297201" y="45061"/>
                  <a:ext cx="457200" cy="3960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088" name="Google Shape;1088;p24"/>
                <p:cNvSpPr/>
                <p:nvPr/>
              </p:nvSpPr>
              <p:spPr>
                <a:xfrm>
                  <a:off x="8047438" y="191925"/>
                  <a:ext cx="102300" cy="1023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089" name="Google Shape;1089;p24"/>
                <p:cNvSpPr/>
                <p:nvPr/>
              </p:nvSpPr>
              <p:spPr>
                <a:xfrm>
                  <a:off x="8504977" y="426753"/>
                  <a:ext cx="307200" cy="2661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</p:grpSp>
        <p:grpSp>
          <p:nvGrpSpPr>
            <p:cNvPr id="1090" name="Google Shape;1090;p24"/>
            <p:cNvGrpSpPr/>
            <p:nvPr/>
          </p:nvGrpSpPr>
          <p:grpSpPr>
            <a:xfrm>
              <a:off x="3069250" y="3453925"/>
              <a:ext cx="1835863" cy="1777974"/>
              <a:chOff x="8352175" y="-274150"/>
              <a:chExt cx="1835863" cy="1777974"/>
            </a:xfrm>
          </p:grpSpPr>
          <p:grpSp>
            <p:nvGrpSpPr>
              <p:cNvPr id="1091" name="Google Shape;1091;p24"/>
              <p:cNvGrpSpPr/>
              <p:nvPr/>
            </p:nvGrpSpPr>
            <p:grpSpPr>
              <a:xfrm>
                <a:off x="9314994" y="616216"/>
                <a:ext cx="873044" cy="756167"/>
                <a:chOff x="8022925" y="186250"/>
                <a:chExt cx="815700" cy="706500"/>
              </a:xfrm>
            </p:grpSpPr>
            <p:sp>
              <p:nvSpPr>
                <p:cNvPr id="1092" name="Google Shape;1092;p24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093" name="Google Shape;1093;p24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094" name="Google Shape;1094;p24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095" name="Google Shape;1095;p24"/>
              <p:cNvSpPr/>
              <p:nvPr/>
            </p:nvSpPr>
            <p:spPr>
              <a:xfrm>
                <a:off x="8942351" y="1107824"/>
                <a:ext cx="457200" cy="3960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96" name="Google Shape;1096;p24"/>
              <p:cNvSpPr/>
              <p:nvPr/>
            </p:nvSpPr>
            <p:spPr>
              <a:xfrm>
                <a:off x="9118688" y="590550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1097" name="Google Shape;1097;p24"/>
              <p:cNvGrpSpPr/>
              <p:nvPr/>
            </p:nvGrpSpPr>
            <p:grpSpPr>
              <a:xfrm>
                <a:off x="8408775" y="-274150"/>
                <a:ext cx="906219" cy="1300800"/>
                <a:chOff x="6860600" y="1707050"/>
                <a:chExt cx="906219" cy="1300800"/>
              </a:xfrm>
            </p:grpSpPr>
            <p:grpSp>
              <p:nvGrpSpPr>
                <p:cNvPr id="1098" name="Google Shape;1098;p24"/>
                <p:cNvGrpSpPr/>
                <p:nvPr/>
              </p:nvGrpSpPr>
              <p:grpSpPr>
                <a:xfrm>
                  <a:off x="6860600" y="2285500"/>
                  <a:ext cx="906219" cy="722350"/>
                  <a:chOff x="6860600" y="2285500"/>
                  <a:chExt cx="906219" cy="722350"/>
                </a:xfrm>
              </p:grpSpPr>
              <p:cxnSp>
                <p:nvCxnSpPr>
                  <p:cNvPr id="1099" name="Google Shape;1099;p24"/>
                  <p:cNvCxnSpPr>
                    <a:stCxn id="1092" idx="3"/>
                  </p:cNvCxnSpPr>
                  <p:nvPr/>
                </p:nvCxnSpPr>
                <p:spPr>
                  <a:xfrm rot="10800000">
                    <a:off x="7612919" y="2975499"/>
                    <a:ext cx="1539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1100" name="Google Shape;1100;p24"/>
                  <p:cNvGrpSpPr/>
                  <p:nvPr/>
                </p:nvGrpSpPr>
                <p:grpSpPr>
                  <a:xfrm>
                    <a:off x="6860600" y="2285500"/>
                    <a:ext cx="755625" cy="690000"/>
                    <a:chOff x="6860600" y="2285500"/>
                    <a:chExt cx="755625" cy="690000"/>
                  </a:xfrm>
                </p:grpSpPr>
                <p:cxnSp>
                  <p:nvCxnSpPr>
                    <p:cNvPr id="1101" name="Google Shape;1101;p24"/>
                    <p:cNvCxnSpPr/>
                    <p:nvPr/>
                  </p:nvCxnSpPr>
                  <p:spPr>
                    <a:xfrm rot="10800000">
                      <a:off x="7262825" y="2285500"/>
                      <a:ext cx="353400" cy="6900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1102" name="Google Shape;1102;p24"/>
                    <p:cNvCxnSpPr/>
                    <p:nvPr/>
                  </p:nvCxnSpPr>
                  <p:spPr>
                    <a:xfrm rot="10800000">
                      <a:off x="6860600" y="2289200"/>
                      <a:ext cx="40590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sp>
                <p:nvSpPr>
                  <p:cNvPr id="1103" name="Google Shape;1103;p24"/>
                  <p:cNvSpPr/>
                  <p:nvPr/>
                </p:nvSpPr>
                <p:spPr>
                  <a:xfrm>
                    <a:off x="7584350" y="2943050"/>
                    <a:ext cx="64800" cy="648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1104" name="Google Shape;1104;p24"/>
                <p:cNvCxnSpPr/>
                <p:nvPr/>
              </p:nvCxnSpPr>
              <p:spPr>
                <a:xfrm flipH="1" rot="10800000">
                  <a:off x="7261350" y="1744525"/>
                  <a:ext cx="315600" cy="546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105" name="Google Shape;1105;p24"/>
                <p:cNvSpPr/>
                <p:nvPr/>
              </p:nvSpPr>
              <p:spPr>
                <a:xfrm>
                  <a:off x="7545125" y="1707050"/>
                  <a:ext cx="73500" cy="73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106" name="Google Shape;1106;p24"/>
              <p:cNvSpPr/>
              <p:nvPr/>
            </p:nvSpPr>
            <p:spPr>
              <a:xfrm>
                <a:off x="8352175" y="26867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07" name="Google Shape;1107;p24"/>
              <p:cNvSpPr/>
              <p:nvPr/>
            </p:nvSpPr>
            <p:spPr>
              <a:xfrm>
                <a:off x="9315002" y="174953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108" name="Google Shape;1108;p24"/>
            <p:cNvGrpSpPr/>
            <p:nvPr/>
          </p:nvGrpSpPr>
          <p:grpSpPr>
            <a:xfrm>
              <a:off x="7623713" y="-300834"/>
              <a:ext cx="1397189" cy="1390907"/>
              <a:chOff x="3829838" y="1482116"/>
              <a:chExt cx="1397189" cy="1390907"/>
            </a:xfrm>
          </p:grpSpPr>
          <p:grpSp>
            <p:nvGrpSpPr>
              <p:cNvPr id="1109" name="Google Shape;1109;p24"/>
              <p:cNvGrpSpPr/>
              <p:nvPr/>
            </p:nvGrpSpPr>
            <p:grpSpPr>
              <a:xfrm>
                <a:off x="3829838" y="1482116"/>
                <a:ext cx="1397189" cy="756167"/>
                <a:chOff x="3829838" y="1482116"/>
                <a:chExt cx="1397189" cy="756167"/>
              </a:xfrm>
            </p:grpSpPr>
            <p:grpSp>
              <p:nvGrpSpPr>
                <p:cNvPr id="1110" name="Google Shape;1110;p24"/>
                <p:cNvGrpSpPr/>
                <p:nvPr/>
              </p:nvGrpSpPr>
              <p:grpSpPr>
                <a:xfrm>
                  <a:off x="4046769" y="1482116"/>
                  <a:ext cx="873044" cy="756167"/>
                  <a:chOff x="8022925" y="186250"/>
                  <a:chExt cx="815700" cy="706500"/>
                </a:xfrm>
              </p:grpSpPr>
              <p:sp>
                <p:nvSpPr>
                  <p:cNvPr id="1111" name="Google Shape;1111;p24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l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1112" name="Google Shape;1112;p24"/>
                  <p:cNvSpPr/>
                  <p:nvPr/>
                </p:nvSpPr>
                <p:spPr>
                  <a:xfrm>
                    <a:off x="8133718" y="282237"/>
                    <a:ext cx="594300" cy="514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1113" name="Google Shape;1113;p24"/>
                  <p:cNvSpPr/>
                  <p:nvPr/>
                </p:nvSpPr>
                <p:spPr>
                  <a:xfrm>
                    <a:off x="8240438" y="374705"/>
                    <a:ext cx="380700" cy="3297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sp>
              <p:nvSpPr>
                <p:cNvPr id="1114" name="Google Shape;1114;p24"/>
                <p:cNvSpPr/>
                <p:nvPr/>
              </p:nvSpPr>
              <p:spPr>
                <a:xfrm>
                  <a:off x="4919827" y="1953578"/>
                  <a:ext cx="307200" cy="2661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115" name="Google Shape;1115;p24"/>
                <p:cNvSpPr/>
                <p:nvPr/>
              </p:nvSpPr>
              <p:spPr>
                <a:xfrm>
                  <a:off x="3829838" y="2126425"/>
                  <a:ext cx="102300" cy="1023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1116" name="Google Shape;1116;p24"/>
              <p:cNvCxnSpPr>
                <a:stCxn id="1111" idx="1"/>
                <a:endCxn id="1117" idx="0"/>
              </p:cNvCxnSpPr>
              <p:nvPr/>
            </p:nvCxnSpPr>
            <p:spPr>
              <a:xfrm>
                <a:off x="4730771" y="2238282"/>
                <a:ext cx="172800" cy="13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17" name="Google Shape;1117;p24"/>
              <p:cNvSpPr/>
              <p:nvPr/>
            </p:nvSpPr>
            <p:spPr>
              <a:xfrm rot="-5400000">
                <a:off x="4653574" y="2406673"/>
                <a:ext cx="499800" cy="4329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18" name="Google Shape;1118;p24"/>
              <p:cNvSpPr/>
              <p:nvPr/>
            </p:nvSpPr>
            <p:spPr>
              <a:xfrm rot="-5400000">
                <a:off x="4704500" y="2450622"/>
                <a:ext cx="398100" cy="3450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119" name="Google Shape;1119;p24"/>
            <p:cNvGrpSpPr/>
            <p:nvPr/>
          </p:nvGrpSpPr>
          <p:grpSpPr>
            <a:xfrm rot="5400000">
              <a:off x="67290" y="190575"/>
              <a:ext cx="1128460" cy="989200"/>
              <a:chOff x="2136440" y="1592025"/>
              <a:chExt cx="1128460" cy="989200"/>
            </a:xfrm>
          </p:grpSpPr>
          <p:grpSp>
            <p:nvGrpSpPr>
              <p:cNvPr id="1120" name="Google Shape;1120;p24"/>
              <p:cNvGrpSpPr/>
              <p:nvPr/>
            </p:nvGrpSpPr>
            <p:grpSpPr>
              <a:xfrm rot="10800000">
                <a:off x="2273907" y="2024002"/>
                <a:ext cx="587793" cy="509104"/>
                <a:chOff x="8022925" y="186250"/>
                <a:chExt cx="815700" cy="706500"/>
              </a:xfrm>
            </p:grpSpPr>
            <p:sp>
              <p:nvSpPr>
                <p:cNvPr id="1121" name="Google Shape;1121;p24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122" name="Google Shape;1122;p24"/>
                <p:cNvSpPr/>
                <p:nvPr/>
              </p:nvSpPr>
              <p:spPr>
                <a:xfrm>
                  <a:off x="8213302" y="351156"/>
                  <a:ext cx="435000" cy="3768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123" name="Google Shape;1123;p24"/>
              <p:cNvSpPr/>
              <p:nvPr/>
            </p:nvSpPr>
            <p:spPr>
              <a:xfrm rot="10800000">
                <a:off x="2349928" y="247892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24" name="Google Shape;1124;p24"/>
              <p:cNvCxnSpPr>
                <a:stCxn id="1121" idx="3"/>
              </p:cNvCxnSpPr>
              <p:nvPr/>
            </p:nvCxnSpPr>
            <p:spPr>
              <a:xfrm rot="10800000">
                <a:off x="3063300" y="2076954"/>
                <a:ext cx="0" cy="403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5" name="Google Shape;1125;p24"/>
              <p:cNvCxnSpPr>
                <a:stCxn id="1121" idx="1"/>
              </p:cNvCxnSpPr>
              <p:nvPr/>
            </p:nvCxnSpPr>
            <p:spPr>
              <a:xfrm flipH="1" rot="5400000">
                <a:off x="2092183" y="1715002"/>
                <a:ext cx="391800" cy="226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26" name="Google Shape;1126;p24"/>
              <p:cNvSpPr/>
              <p:nvPr/>
            </p:nvSpPr>
            <p:spPr>
              <a:xfrm rot="10800000">
                <a:off x="2136440" y="159202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127" name="Google Shape;1127;p24"/>
            <p:cNvGrpSpPr/>
            <p:nvPr/>
          </p:nvGrpSpPr>
          <p:grpSpPr>
            <a:xfrm>
              <a:off x="8124421" y="4398879"/>
              <a:ext cx="1245819" cy="1079037"/>
              <a:chOff x="8022925" y="186250"/>
              <a:chExt cx="815700" cy="706500"/>
            </a:xfrm>
          </p:grpSpPr>
          <p:sp>
            <p:nvSpPr>
              <p:cNvPr id="1128" name="Google Shape;1128;p24"/>
              <p:cNvSpPr/>
              <p:nvPr/>
            </p:nvSpPr>
            <p:spPr>
              <a:xfrm>
                <a:off x="8022925" y="186250"/>
                <a:ext cx="815700" cy="7065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29" name="Google Shape;1129;p24"/>
              <p:cNvSpPr/>
              <p:nvPr/>
            </p:nvSpPr>
            <p:spPr>
              <a:xfrm>
                <a:off x="8066182" y="223764"/>
                <a:ext cx="729300" cy="6315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30" name="Google Shape;1130;p24"/>
              <p:cNvSpPr/>
              <p:nvPr/>
            </p:nvSpPr>
            <p:spPr>
              <a:xfrm>
                <a:off x="8194799" y="335187"/>
                <a:ext cx="471900" cy="4086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1_1"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3" name="Google Shape;1133;p25"/>
          <p:cNvSpPr txBox="1"/>
          <p:nvPr>
            <p:ph idx="1" type="body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 Light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1134" name="Google Shape;1134;p25"/>
          <p:cNvGrpSpPr/>
          <p:nvPr/>
        </p:nvGrpSpPr>
        <p:grpSpPr>
          <a:xfrm>
            <a:off x="419652" y="-320547"/>
            <a:ext cx="8890113" cy="5704837"/>
            <a:chOff x="419652" y="-320547"/>
            <a:chExt cx="8890113" cy="5704837"/>
          </a:xfrm>
        </p:grpSpPr>
        <p:grpSp>
          <p:nvGrpSpPr>
            <p:cNvPr id="1135" name="Google Shape;1135;p25"/>
            <p:cNvGrpSpPr/>
            <p:nvPr/>
          </p:nvGrpSpPr>
          <p:grpSpPr>
            <a:xfrm>
              <a:off x="7877556" y="-320547"/>
              <a:ext cx="1180258" cy="1608559"/>
              <a:chOff x="4046769" y="1482116"/>
              <a:chExt cx="1180258" cy="1608559"/>
            </a:xfrm>
          </p:grpSpPr>
          <p:grpSp>
            <p:nvGrpSpPr>
              <p:cNvPr id="1136" name="Google Shape;1136;p25"/>
              <p:cNvGrpSpPr/>
              <p:nvPr/>
            </p:nvGrpSpPr>
            <p:grpSpPr>
              <a:xfrm>
                <a:off x="4046769" y="1482116"/>
                <a:ext cx="1180258" cy="1608559"/>
                <a:chOff x="4046769" y="1482116"/>
                <a:chExt cx="1180258" cy="1608559"/>
              </a:xfrm>
            </p:grpSpPr>
            <p:grpSp>
              <p:nvGrpSpPr>
                <p:cNvPr id="1137" name="Google Shape;1137;p25"/>
                <p:cNvGrpSpPr/>
                <p:nvPr/>
              </p:nvGrpSpPr>
              <p:grpSpPr>
                <a:xfrm>
                  <a:off x="4046769" y="1482116"/>
                  <a:ext cx="873044" cy="756167"/>
                  <a:chOff x="8022925" y="186250"/>
                  <a:chExt cx="815700" cy="706500"/>
                </a:xfrm>
              </p:grpSpPr>
              <p:sp>
                <p:nvSpPr>
                  <p:cNvPr id="1138" name="Google Shape;1138;p25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l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1139" name="Google Shape;1139;p25"/>
                  <p:cNvSpPr/>
                  <p:nvPr/>
                </p:nvSpPr>
                <p:spPr>
                  <a:xfrm>
                    <a:off x="8133718" y="282237"/>
                    <a:ext cx="594300" cy="5145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1140" name="Google Shape;1140;p25"/>
                  <p:cNvSpPr/>
                  <p:nvPr/>
                </p:nvSpPr>
                <p:spPr>
                  <a:xfrm>
                    <a:off x="8240438" y="374705"/>
                    <a:ext cx="380700" cy="329700"/>
                  </a:xfrm>
                  <a:prstGeom prst="hexagon">
                    <a:avLst>
                      <a:gd fmla="val 25000" name="adj"/>
                      <a:gd fmla="val 115470" name="vf"/>
                    </a:avLst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sp>
              <p:nvSpPr>
                <p:cNvPr id="1141" name="Google Shape;1141;p25"/>
                <p:cNvSpPr/>
                <p:nvPr/>
              </p:nvSpPr>
              <p:spPr>
                <a:xfrm>
                  <a:off x="4919827" y="1953578"/>
                  <a:ext cx="307200" cy="2661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142" name="Google Shape;1142;p25"/>
                <p:cNvSpPr/>
                <p:nvPr/>
              </p:nvSpPr>
              <p:spPr>
                <a:xfrm>
                  <a:off x="5022288" y="2988375"/>
                  <a:ext cx="102300" cy="1023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1143" name="Google Shape;1143;p25"/>
              <p:cNvCxnSpPr>
                <a:stCxn id="1138" idx="1"/>
                <a:endCxn id="1144" idx="0"/>
              </p:cNvCxnSpPr>
              <p:nvPr/>
            </p:nvCxnSpPr>
            <p:spPr>
              <a:xfrm>
                <a:off x="4730771" y="2238282"/>
                <a:ext cx="172800" cy="13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44" name="Google Shape;1144;p25"/>
              <p:cNvSpPr/>
              <p:nvPr/>
            </p:nvSpPr>
            <p:spPr>
              <a:xfrm rot="-5400000">
                <a:off x="4653574" y="2406673"/>
                <a:ext cx="499800" cy="4329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45" name="Google Shape;1145;p25"/>
              <p:cNvSpPr/>
              <p:nvPr/>
            </p:nvSpPr>
            <p:spPr>
              <a:xfrm rot="-5400000">
                <a:off x="4704500" y="2450622"/>
                <a:ext cx="398100" cy="3450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146" name="Google Shape;1146;p25"/>
            <p:cNvGrpSpPr/>
            <p:nvPr/>
          </p:nvGrpSpPr>
          <p:grpSpPr>
            <a:xfrm rot="-5400000">
              <a:off x="7939929" y="3878757"/>
              <a:ext cx="1055513" cy="1684159"/>
              <a:chOff x="9132525" y="-311776"/>
              <a:chExt cx="1055513" cy="1684159"/>
            </a:xfrm>
          </p:grpSpPr>
          <p:grpSp>
            <p:nvGrpSpPr>
              <p:cNvPr id="1147" name="Google Shape;1147;p25"/>
              <p:cNvGrpSpPr/>
              <p:nvPr/>
            </p:nvGrpSpPr>
            <p:grpSpPr>
              <a:xfrm>
                <a:off x="9314994" y="616216"/>
                <a:ext cx="873044" cy="756167"/>
                <a:chOff x="8022925" y="186250"/>
                <a:chExt cx="815700" cy="706500"/>
              </a:xfrm>
            </p:grpSpPr>
            <p:sp>
              <p:nvSpPr>
                <p:cNvPr id="1148" name="Google Shape;1148;p25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149" name="Google Shape;1149;p25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150" name="Google Shape;1150;p25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151" name="Google Shape;1151;p25"/>
              <p:cNvSpPr/>
              <p:nvPr/>
            </p:nvSpPr>
            <p:spPr>
              <a:xfrm>
                <a:off x="9240001" y="-311776"/>
                <a:ext cx="457200" cy="3960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52" name="Google Shape;1152;p25"/>
              <p:cNvSpPr/>
              <p:nvPr/>
            </p:nvSpPr>
            <p:spPr>
              <a:xfrm>
                <a:off x="9283263" y="53177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1153" name="Google Shape;1153;p25"/>
              <p:cNvGrpSpPr/>
              <p:nvPr/>
            </p:nvGrpSpPr>
            <p:grpSpPr>
              <a:xfrm>
                <a:off x="9132525" y="961850"/>
                <a:ext cx="182469" cy="64800"/>
                <a:chOff x="7584350" y="2943050"/>
                <a:chExt cx="182469" cy="64800"/>
              </a:xfrm>
            </p:grpSpPr>
            <p:cxnSp>
              <p:nvCxnSpPr>
                <p:cNvPr id="1154" name="Google Shape;1154;p25"/>
                <p:cNvCxnSpPr>
                  <a:stCxn id="1148" idx="3"/>
                </p:cNvCxnSpPr>
                <p:nvPr/>
              </p:nvCxnSpPr>
              <p:spPr>
                <a:xfrm>
                  <a:off x="7689869" y="2898549"/>
                  <a:ext cx="0" cy="153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155" name="Google Shape;1155;p25"/>
                <p:cNvSpPr/>
                <p:nvPr/>
              </p:nvSpPr>
              <p:spPr>
                <a:xfrm>
                  <a:off x="7584350" y="2943050"/>
                  <a:ext cx="64800" cy="648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156" name="Google Shape;1156;p25"/>
              <p:cNvSpPr/>
              <p:nvPr/>
            </p:nvSpPr>
            <p:spPr>
              <a:xfrm>
                <a:off x="9315002" y="174953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157" name="Google Shape;1157;p25"/>
            <p:cNvGrpSpPr/>
            <p:nvPr/>
          </p:nvGrpSpPr>
          <p:grpSpPr>
            <a:xfrm>
              <a:off x="419652" y="4608574"/>
              <a:ext cx="895761" cy="775716"/>
              <a:chOff x="8734757" y="961160"/>
              <a:chExt cx="586500" cy="507900"/>
            </a:xfrm>
          </p:grpSpPr>
          <p:sp>
            <p:nvSpPr>
              <p:cNvPr id="1158" name="Google Shape;1158;p25"/>
              <p:cNvSpPr/>
              <p:nvPr/>
            </p:nvSpPr>
            <p:spPr>
              <a:xfrm>
                <a:off x="8734757" y="961160"/>
                <a:ext cx="586500" cy="5079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59" name="Google Shape;1159;p25"/>
              <p:cNvSpPr/>
              <p:nvPr/>
            </p:nvSpPr>
            <p:spPr>
              <a:xfrm>
                <a:off x="8765857" y="988132"/>
                <a:ext cx="524400" cy="4539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60" name="Google Shape;1160;p25"/>
              <p:cNvSpPr/>
              <p:nvPr/>
            </p:nvSpPr>
            <p:spPr>
              <a:xfrm>
                <a:off x="8858328" y="1068242"/>
                <a:ext cx="339300" cy="2937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_2"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3" name="Google Shape;1163;p26"/>
          <p:cNvSpPr txBox="1"/>
          <p:nvPr>
            <p:ph idx="1" type="body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/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/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/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/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/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/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/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/>
            </a:lvl9pPr>
          </a:lstStyle>
          <a:p/>
        </p:txBody>
      </p:sp>
      <p:grpSp>
        <p:nvGrpSpPr>
          <p:cNvPr id="1164" name="Google Shape;1164;p26"/>
          <p:cNvGrpSpPr/>
          <p:nvPr/>
        </p:nvGrpSpPr>
        <p:grpSpPr>
          <a:xfrm>
            <a:off x="7225313" y="56675"/>
            <a:ext cx="2410926" cy="4985600"/>
            <a:chOff x="7225313" y="56675"/>
            <a:chExt cx="2410926" cy="4985600"/>
          </a:xfrm>
        </p:grpSpPr>
        <p:grpSp>
          <p:nvGrpSpPr>
            <p:cNvPr id="1165" name="Google Shape;1165;p26"/>
            <p:cNvGrpSpPr/>
            <p:nvPr/>
          </p:nvGrpSpPr>
          <p:grpSpPr>
            <a:xfrm rot="10800000">
              <a:off x="7225315" y="3690602"/>
              <a:ext cx="1845335" cy="1351673"/>
              <a:chOff x="1557290" y="2633002"/>
              <a:chExt cx="1845335" cy="1351673"/>
            </a:xfrm>
          </p:grpSpPr>
          <p:grpSp>
            <p:nvGrpSpPr>
              <p:cNvPr id="1166" name="Google Shape;1166;p26"/>
              <p:cNvGrpSpPr/>
              <p:nvPr/>
            </p:nvGrpSpPr>
            <p:grpSpPr>
              <a:xfrm rot="10800000">
                <a:off x="1673693" y="2677134"/>
                <a:ext cx="917499" cy="794671"/>
                <a:chOff x="8022925" y="186250"/>
                <a:chExt cx="815700" cy="706500"/>
              </a:xfrm>
            </p:grpSpPr>
            <p:sp>
              <p:nvSpPr>
                <p:cNvPr id="1167" name="Google Shape;1167;p26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168" name="Google Shape;1168;p26"/>
                <p:cNvSpPr/>
                <p:nvPr/>
              </p:nvSpPr>
              <p:spPr>
                <a:xfrm>
                  <a:off x="8169420" y="313166"/>
                  <a:ext cx="522900" cy="452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1169" name="Google Shape;1169;p26"/>
              <p:cNvGrpSpPr/>
              <p:nvPr/>
            </p:nvGrpSpPr>
            <p:grpSpPr>
              <a:xfrm rot="10800000">
                <a:off x="2814832" y="2633002"/>
                <a:ext cx="587793" cy="509104"/>
                <a:chOff x="8022925" y="186250"/>
                <a:chExt cx="815700" cy="706500"/>
              </a:xfrm>
            </p:grpSpPr>
            <p:sp>
              <p:nvSpPr>
                <p:cNvPr id="1170" name="Google Shape;1170;p26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171" name="Google Shape;1171;p26"/>
                <p:cNvSpPr/>
                <p:nvPr/>
              </p:nvSpPr>
              <p:spPr>
                <a:xfrm>
                  <a:off x="8114217" y="265360"/>
                  <a:ext cx="633300" cy="5484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1172" name="Google Shape;1172;p26"/>
              <p:cNvCxnSpPr>
                <a:stCxn id="1170" idx="0"/>
              </p:cNvCxnSpPr>
              <p:nvPr/>
            </p:nvCxnSpPr>
            <p:spPr>
              <a:xfrm rot="10800000">
                <a:off x="2660332" y="2887554"/>
                <a:ext cx="154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3" name="Google Shape;1173;p26"/>
              <p:cNvCxnSpPr>
                <a:stCxn id="1167" idx="3"/>
              </p:cNvCxnSpPr>
              <p:nvPr/>
            </p:nvCxnSpPr>
            <p:spPr>
              <a:xfrm flipH="1" rot="10800000">
                <a:off x="2591192" y="2886970"/>
                <a:ext cx="73200" cy="187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4" name="Google Shape;1174;p26"/>
              <p:cNvCxnSpPr>
                <a:stCxn id="1167" idx="5"/>
              </p:cNvCxnSpPr>
              <p:nvPr/>
            </p:nvCxnSpPr>
            <p:spPr>
              <a:xfrm flipH="1">
                <a:off x="1596661" y="3471805"/>
                <a:ext cx="275700" cy="477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75" name="Google Shape;1175;p26"/>
              <p:cNvSpPr/>
              <p:nvPr/>
            </p:nvSpPr>
            <p:spPr>
              <a:xfrm rot="10800000">
                <a:off x="1557290" y="390607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176" name="Google Shape;1176;p26"/>
            <p:cNvGrpSpPr/>
            <p:nvPr/>
          </p:nvGrpSpPr>
          <p:grpSpPr>
            <a:xfrm rot="10800000">
              <a:off x="7225313" y="56675"/>
              <a:ext cx="2410926" cy="1646533"/>
              <a:chOff x="8352175" y="-274150"/>
              <a:chExt cx="2410926" cy="1646533"/>
            </a:xfrm>
          </p:grpSpPr>
          <p:grpSp>
            <p:nvGrpSpPr>
              <p:cNvPr id="1177" name="Google Shape;1177;p26"/>
              <p:cNvGrpSpPr/>
              <p:nvPr/>
            </p:nvGrpSpPr>
            <p:grpSpPr>
              <a:xfrm>
                <a:off x="9314994" y="616216"/>
                <a:ext cx="873044" cy="756167"/>
                <a:chOff x="8022925" y="186250"/>
                <a:chExt cx="815700" cy="706500"/>
              </a:xfrm>
            </p:grpSpPr>
            <p:sp>
              <p:nvSpPr>
                <p:cNvPr id="1178" name="Google Shape;1178;p26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179" name="Google Shape;1179;p26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180" name="Google Shape;1180;p26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fmla="val 25000" name="adj"/>
                    <a:gd fmla="val 115470" name="vf"/>
                  </a:avLst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181" name="Google Shape;1181;p26"/>
              <p:cNvSpPr/>
              <p:nvPr/>
            </p:nvSpPr>
            <p:spPr>
              <a:xfrm>
                <a:off x="10305901" y="616224"/>
                <a:ext cx="457200" cy="3960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82" name="Google Shape;1182;p26"/>
              <p:cNvSpPr/>
              <p:nvPr/>
            </p:nvSpPr>
            <p:spPr>
              <a:xfrm>
                <a:off x="9118688" y="590550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1183" name="Google Shape;1183;p26"/>
              <p:cNvGrpSpPr/>
              <p:nvPr/>
            </p:nvGrpSpPr>
            <p:grpSpPr>
              <a:xfrm>
                <a:off x="8408775" y="-274150"/>
                <a:ext cx="906219" cy="1300800"/>
                <a:chOff x="6860600" y="1707050"/>
                <a:chExt cx="906219" cy="1300800"/>
              </a:xfrm>
            </p:grpSpPr>
            <p:grpSp>
              <p:nvGrpSpPr>
                <p:cNvPr id="1184" name="Google Shape;1184;p26"/>
                <p:cNvGrpSpPr/>
                <p:nvPr/>
              </p:nvGrpSpPr>
              <p:grpSpPr>
                <a:xfrm>
                  <a:off x="6860600" y="2285500"/>
                  <a:ext cx="906219" cy="722350"/>
                  <a:chOff x="6860600" y="2285500"/>
                  <a:chExt cx="906219" cy="722350"/>
                </a:xfrm>
              </p:grpSpPr>
              <p:cxnSp>
                <p:nvCxnSpPr>
                  <p:cNvPr id="1185" name="Google Shape;1185;p26"/>
                  <p:cNvCxnSpPr>
                    <a:stCxn id="1178" idx="3"/>
                  </p:cNvCxnSpPr>
                  <p:nvPr/>
                </p:nvCxnSpPr>
                <p:spPr>
                  <a:xfrm rot="10800000">
                    <a:off x="7612919" y="2975499"/>
                    <a:ext cx="1539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1186" name="Google Shape;1186;p26"/>
                  <p:cNvGrpSpPr/>
                  <p:nvPr/>
                </p:nvGrpSpPr>
                <p:grpSpPr>
                  <a:xfrm>
                    <a:off x="6860600" y="2285500"/>
                    <a:ext cx="755625" cy="690000"/>
                    <a:chOff x="6860600" y="2285500"/>
                    <a:chExt cx="755625" cy="690000"/>
                  </a:xfrm>
                </p:grpSpPr>
                <p:cxnSp>
                  <p:nvCxnSpPr>
                    <p:cNvPr id="1187" name="Google Shape;1187;p26"/>
                    <p:cNvCxnSpPr/>
                    <p:nvPr/>
                  </p:nvCxnSpPr>
                  <p:spPr>
                    <a:xfrm rot="10800000">
                      <a:off x="7262825" y="2285500"/>
                      <a:ext cx="353400" cy="6900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1188" name="Google Shape;1188;p26"/>
                    <p:cNvCxnSpPr/>
                    <p:nvPr/>
                  </p:nvCxnSpPr>
                  <p:spPr>
                    <a:xfrm rot="10800000">
                      <a:off x="6860600" y="2289200"/>
                      <a:ext cx="40590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sp>
                <p:nvSpPr>
                  <p:cNvPr id="1189" name="Google Shape;1189;p26"/>
                  <p:cNvSpPr/>
                  <p:nvPr/>
                </p:nvSpPr>
                <p:spPr>
                  <a:xfrm>
                    <a:off x="7584350" y="2943050"/>
                    <a:ext cx="64800" cy="648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1190" name="Google Shape;1190;p26"/>
                <p:cNvCxnSpPr/>
                <p:nvPr/>
              </p:nvCxnSpPr>
              <p:spPr>
                <a:xfrm flipH="1" rot="10800000">
                  <a:off x="7261350" y="1744525"/>
                  <a:ext cx="315600" cy="546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191" name="Google Shape;1191;p26"/>
                <p:cNvSpPr/>
                <p:nvPr/>
              </p:nvSpPr>
              <p:spPr>
                <a:xfrm>
                  <a:off x="7545125" y="1707050"/>
                  <a:ext cx="73500" cy="73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192" name="Google Shape;1192;p26"/>
              <p:cNvSpPr/>
              <p:nvPr/>
            </p:nvSpPr>
            <p:spPr>
              <a:xfrm>
                <a:off x="8352175" y="26867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93" name="Google Shape;1193;p26"/>
              <p:cNvSpPr/>
              <p:nvPr/>
            </p:nvSpPr>
            <p:spPr>
              <a:xfrm>
                <a:off x="8942352" y="174928"/>
                <a:ext cx="307200" cy="266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"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27"/>
          <p:cNvSpPr txBox="1"/>
          <p:nvPr>
            <p:ph type="title"/>
          </p:nvPr>
        </p:nvSpPr>
        <p:spPr>
          <a:xfrm>
            <a:off x="716775" y="510900"/>
            <a:ext cx="77106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theme" Target="../theme/theme1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jpg"/><Relationship Id="rId4" Type="http://schemas.openxmlformats.org/officeDocument/2006/relationships/image" Target="../media/image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Relationship Id="rId4" Type="http://schemas.openxmlformats.org/officeDocument/2006/relationships/image" Target="../media/image1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Relationship Id="rId4" Type="http://schemas.openxmlformats.org/officeDocument/2006/relationships/image" Target="../media/image9.png"/><Relationship Id="rId5" Type="http://schemas.openxmlformats.org/officeDocument/2006/relationships/image" Target="../media/image1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D2B1F"/>
        </a:solidFill>
      </p:bgPr>
    </p:bg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29"/>
          <p:cNvSpPr/>
          <p:nvPr/>
        </p:nvSpPr>
        <p:spPr>
          <a:xfrm>
            <a:off x="5303520" y="0"/>
            <a:ext cx="3840600" cy="5143500"/>
          </a:xfrm>
          <a:prstGeom prst="rect">
            <a:avLst/>
          </a:prstGeom>
          <a:solidFill>
            <a:srgbClr val="F5EFE0"/>
          </a:solidFill>
          <a:ln cap="flat" cmpd="sng" w="12700">
            <a:solidFill>
              <a:srgbClr val="F5EF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3" name="Google Shape;1203;p29"/>
          <p:cNvSpPr/>
          <p:nvPr/>
        </p:nvSpPr>
        <p:spPr>
          <a:xfrm>
            <a:off x="5303520" y="0"/>
            <a:ext cx="54900" cy="5143500"/>
          </a:xfrm>
          <a:prstGeom prst="rect">
            <a:avLst/>
          </a:prstGeom>
          <a:solidFill>
            <a:srgbClr val="8B5E3C"/>
          </a:solidFill>
          <a:ln cap="flat" cmpd="sng" w="12700">
            <a:solidFill>
              <a:srgbClr val="8B5E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4" name="Google Shape;1204;p29"/>
          <p:cNvSpPr/>
          <p:nvPr/>
        </p:nvSpPr>
        <p:spPr>
          <a:xfrm>
            <a:off x="411480" y="502920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C4A8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D4C4A8"/>
                </a:solidFill>
                <a:latin typeface="Calibri"/>
                <a:ea typeface="Calibri"/>
                <a:cs typeface="Calibri"/>
                <a:sym typeface="Calibri"/>
              </a:rPr>
              <a:t>LIGHTCAST · AD688 · GROUP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5" name="Google Shape;1205;p29"/>
          <p:cNvSpPr/>
          <p:nvPr/>
        </p:nvSpPr>
        <p:spPr>
          <a:xfrm>
            <a:off x="411480" y="3063240"/>
            <a:ext cx="1280100" cy="54900"/>
          </a:xfrm>
          <a:prstGeom prst="rect">
            <a:avLst/>
          </a:prstGeom>
          <a:solidFill>
            <a:srgbClr val="8B5E3C"/>
          </a:solidFill>
          <a:ln cap="flat" cmpd="sng" w="12700">
            <a:solidFill>
              <a:srgbClr val="8B5E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6" name="Google Shape;1206;p29"/>
          <p:cNvSpPr/>
          <p:nvPr/>
        </p:nvSpPr>
        <p:spPr>
          <a:xfrm>
            <a:off x="411480" y="3291840"/>
            <a:ext cx="4663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6652"/>
              </a:buClr>
              <a:buSzPts val="1300"/>
              <a:buFont typeface="Calibri"/>
              <a:buNone/>
            </a:pPr>
            <a:r>
              <a:rPr lang="en" sz="1300">
                <a:solidFill>
                  <a:srgbClr val="7A6652"/>
                </a:solidFill>
                <a:latin typeface="Calibri"/>
                <a:ea typeface="Calibri"/>
                <a:cs typeface="Calibri"/>
                <a:sym typeface="Calibri"/>
              </a:rPr>
              <a:t>Omar, Ricardo, Tianyi, Yingyi, Zichen</a:t>
            </a:r>
            <a:endParaRPr sz="1300">
              <a:solidFill>
                <a:srgbClr val="7A665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6652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7A665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7" name="Google Shape;1207;p29"/>
          <p:cNvSpPr/>
          <p:nvPr/>
        </p:nvSpPr>
        <p:spPr>
          <a:xfrm>
            <a:off x="5486400" y="914400"/>
            <a:ext cx="3383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B5E3C"/>
              </a:buClr>
              <a:buSzPts val="3000"/>
              <a:buFont typeface="Georgia"/>
              <a:buNone/>
            </a:pPr>
            <a:r>
              <a:rPr b="0" i="1" lang="en" sz="3000" u="none" cap="none" strike="noStrike">
                <a:solidFill>
                  <a:srgbClr val="8B5E3C"/>
                </a:solidFill>
                <a:latin typeface="Georgia"/>
                <a:ea typeface="Georgia"/>
                <a:cs typeface="Georgia"/>
                <a:sym typeface="Georgia"/>
              </a:rPr>
              <a:t>Analyzing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B5E3C"/>
              </a:buClr>
              <a:buSzPts val="3000"/>
              <a:buFont typeface="Georgia"/>
              <a:buNone/>
            </a:pPr>
            <a:r>
              <a:rPr b="0" i="1" lang="en" sz="3000" u="none" cap="none" strike="noStrike">
                <a:solidFill>
                  <a:srgbClr val="8B5E3C"/>
                </a:solidFill>
                <a:latin typeface="Georgia"/>
                <a:ea typeface="Georgia"/>
                <a:cs typeface="Georgia"/>
                <a:sym typeface="Georgia"/>
              </a:rPr>
              <a:t>the Data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B5E3C"/>
              </a:buClr>
              <a:buSzPts val="3000"/>
              <a:buFont typeface="Georgia"/>
              <a:buNone/>
            </a:pPr>
            <a:r>
              <a:rPr b="0" i="1" lang="en" sz="3000" u="none" cap="none" strike="noStrike">
                <a:solidFill>
                  <a:srgbClr val="8B5E3C"/>
                </a:solidFill>
                <a:latin typeface="Georgia"/>
                <a:ea typeface="Georgia"/>
                <a:cs typeface="Georgia"/>
                <a:sym typeface="Georgia"/>
              </a:rPr>
              <a:t>Job Market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8" name="Google Shape;1208;p29"/>
          <p:cNvSpPr/>
          <p:nvPr/>
        </p:nvSpPr>
        <p:spPr>
          <a:xfrm>
            <a:off x="6858000" y="3200400"/>
            <a:ext cx="1645800" cy="1645800"/>
          </a:xfrm>
          <a:prstGeom prst="ellipse">
            <a:avLst/>
          </a:prstGeom>
          <a:solidFill>
            <a:srgbClr val="E8DCC8"/>
          </a:solidFill>
          <a:ln cap="flat" cmpd="sng" w="12700">
            <a:solidFill>
              <a:srgbClr val="D4C4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9" name="Google Shape;1209;p29"/>
          <p:cNvSpPr/>
          <p:nvPr/>
        </p:nvSpPr>
        <p:spPr>
          <a:xfrm>
            <a:off x="7223760" y="3566160"/>
            <a:ext cx="914400" cy="914400"/>
          </a:xfrm>
          <a:prstGeom prst="ellipse">
            <a:avLst/>
          </a:prstGeom>
          <a:solidFill>
            <a:srgbClr val="8B5E3C">
              <a:alpha val="70200"/>
            </a:srgbClr>
          </a:solidFill>
          <a:ln cap="flat" cmpd="sng" w="12700">
            <a:solidFill>
              <a:srgbClr val="8B5E3C">
                <a:alpha val="7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0" name="Google Shape;1210;p29"/>
          <p:cNvSpPr/>
          <p:nvPr/>
        </p:nvSpPr>
        <p:spPr>
          <a:xfrm>
            <a:off x="365725" y="1008600"/>
            <a:ext cx="4663500" cy="30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BF7EF"/>
              </a:buClr>
              <a:buSzPts val="5000"/>
              <a:buFont typeface="Georgia"/>
              <a:buNone/>
            </a:pPr>
            <a:r>
              <a:rPr lang="en" sz="2500">
                <a:solidFill>
                  <a:srgbClr val="FBF7EF"/>
                </a:solidFill>
                <a:latin typeface="Georgia"/>
                <a:ea typeface="Georgia"/>
                <a:cs typeface="Georgia"/>
                <a:sym typeface="Georgia"/>
              </a:rPr>
              <a:t>Business Running Case:</a:t>
            </a:r>
            <a:endParaRPr sz="2500">
              <a:solidFill>
                <a:srgbClr val="FBF7E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BF7EF"/>
              </a:buClr>
              <a:buSzPts val="5000"/>
              <a:buFont typeface="Georgia"/>
              <a:buNone/>
            </a:pPr>
            <a:r>
              <a:t/>
            </a:r>
            <a:endParaRPr sz="2500">
              <a:solidFill>
                <a:srgbClr val="FBF7E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BF7EF"/>
              </a:buClr>
              <a:buSzPts val="5000"/>
              <a:buFont typeface="Georgia"/>
              <a:buNone/>
            </a:pPr>
            <a:r>
              <a:rPr lang="en" sz="2500">
                <a:solidFill>
                  <a:srgbClr val="FBF7EF"/>
                </a:solidFill>
                <a:latin typeface="Georgia"/>
                <a:ea typeface="Georgia"/>
                <a:cs typeface="Georgia"/>
                <a:sym typeface="Georgia"/>
              </a:rPr>
              <a:t>Evaluating Personal Job Market Prospects in 2024</a:t>
            </a:r>
            <a:endParaRPr sz="2500">
              <a:solidFill>
                <a:srgbClr val="FBF7E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BF7EF"/>
              </a:buClr>
              <a:buSzPts val="5000"/>
              <a:buFont typeface="Georgia"/>
              <a:buNone/>
            </a:pPr>
            <a:r>
              <a:t/>
            </a:r>
            <a:endParaRPr sz="5000">
              <a:solidFill>
                <a:srgbClr val="FBF7E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BF7EF"/>
              </a:buClr>
              <a:buSzPts val="5000"/>
              <a:buFont typeface="Georgia"/>
              <a:buNone/>
            </a:pPr>
            <a:r>
              <a:t/>
            </a:r>
            <a:endParaRPr sz="5000">
              <a:solidFill>
                <a:srgbClr val="FBF7E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EF"/>
        </a:solidFill>
      </p:bgPr>
    </p:bg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30"/>
          <p:cNvSpPr/>
          <p:nvPr/>
        </p:nvSpPr>
        <p:spPr>
          <a:xfrm>
            <a:off x="7596226" y="243325"/>
            <a:ext cx="1290600" cy="1468500"/>
          </a:xfrm>
          <a:prstGeom prst="rect">
            <a:avLst/>
          </a:prstGeom>
          <a:solidFill>
            <a:srgbClr val="3D2B1F"/>
          </a:solidFill>
          <a:ln cap="flat" cmpd="sng" w="6175">
            <a:solidFill>
              <a:srgbClr val="D4C4A8"/>
            </a:solidFill>
            <a:prstDash val="solid"/>
            <a:round/>
            <a:headEnd len="sm" w="sm" type="none"/>
            <a:tailEnd len="sm" w="sm" type="none"/>
          </a:ln>
          <a:effectLst>
            <a:outerShdw blurRad="74168" rotWithShape="0" algn="bl" dir="8100000" dist="18542">
              <a:srgbClr val="8B5E3C">
                <a:alpha val="12160"/>
              </a:srgbClr>
            </a:outerShdw>
          </a:effectLst>
        </p:spPr>
        <p:txBody>
          <a:bodyPr anchorCtr="0" anchor="ctr" bIns="44500" lIns="44500" spcFirstLastPara="1" rIns="44500" wrap="square" tIns="44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30"/>
          <p:cNvSpPr/>
          <p:nvPr/>
        </p:nvSpPr>
        <p:spPr>
          <a:xfrm>
            <a:off x="7662978" y="519125"/>
            <a:ext cx="11571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F7EF"/>
              </a:buClr>
              <a:buSzPts val="2239"/>
              <a:buFont typeface="Georgia"/>
              <a:buNone/>
            </a:pPr>
            <a:r>
              <a:rPr lang="en" sz="2239">
                <a:solidFill>
                  <a:srgbClr val="FBF7EF"/>
                </a:solidFill>
                <a:latin typeface="Georgia"/>
                <a:ea typeface="Georgia"/>
                <a:cs typeface="Georgia"/>
                <a:sym typeface="Georgia"/>
              </a:rPr>
              <a:t>72,000</a:t>
            </a:r>
            <a:r>
              <a:rPr b="0" i="0" lang="en" sz="2239" u="none" cap="none" strike="noStrike">
                <a:solidFill>
                  <a:srgbClr val="FBF7EF"/>
                </a:solidFill>
                <a:latin typeface="Georgia"/>
                <a:ea typeface="Georgia"/>
                <a:cs typeface="Georgia"/>
                <a:sym typeface="Georgia"/>
              </a:rPr>
              <a:t>+</a:t>
            </a:r>
            <a:endParaRPr b="0" i="0" sz="223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p30"/>
          <p:cNvSpPr/>
          <p:nvPr/>
        </p:nvSpPr>
        <p:spPr>
          <a:xfrm>
            <a:off x="7662978" y="1142232"/>
            <a:ext cx="11571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4C4A8"/>
              </a:buClr>
              <a:buSzPts val="681"/>
              <a:buFont typeface="Calibri"/>
              <a:buNone/>
            </a:pPr>
            <a:r>
              <a:rPr b="0" i="0" lang="en" sz="681" u="none" cap="none" strike="noStrike">
                <a:solidFill>
                  <a:srgbClr val="D4C4A8"/>
                </a:solidFill>
                <a:latin typeface="Calibri"/>
                <a:ea typeface="Calibri"/>
                <a:cs typeface="Calibri"/>
                <a:sym typeface="Calibri"/>
              </a:rPr>
              <a:t>Job Postings</a:t>
            </a:r>
            <a:endParaRPr b="0" i="0" sz="68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4C4A8"/>
              </a:buClr>
              <a:buSzPts val="681"/>
              <a:buFont typeface="Calibri"/>
              <a:buNone/>
            </a:pPr>
            <a:r>
              <a:rPr b="0" i="0" lang="en" sz="681" u="none" cap="none" strike="noStrike">
                <a:solidFill>
                  <a:srgbClr val="D4C4A8"/>
                </a:solidFill>
                <a:latin typeface="Calibri"/>
                <a:ea typeface="Calibri"/>
                <a:cs typeface="Calibri"/>
                <a:sym typeface="Calibri"/>
              </a:rPr>
              <a:t>Analyzed</a:t>
            </a:r>
            <a:endParaRPr b="0" i="0" sz="68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9" name="Google Shape;1219;p30"/>
          <p:cNvSpPr/>
          <p:nvPr/>
        </p:nvSpPr>
        <p:spPr>
          <a:xfrm>
            <a:off x="7596237" y="1866125"/>
            <a:ext cx="1290600" cy="1468500"/>
          </a:xfrm>
          <a:prstGeom prst="rect">
            <a:avLst/>
          </a:prstGeom>
          <a:solidFill>
            <a:srgbClr val="8B5E3C"/>
          </a:solidFill>
          <a:ln cap="flat" cmpd="sng" w="6175">
            <a:solidFill>
              <a:srgbClr val="D4C4A8"/>
            </a:solidFill>
            <a:prstDash val="solid"/>
            <a:round/>
            <a:headEnd len="sm" w="sm" type="none"/>
            <a:tailEnd len="sm" w="sm" type="none"/>
          </a:ln>
          <a:effectLst>
            <a:outerShdw blurRad="74168" rotWithShape="0" algn="bl" dir="8100000" dist="18542">
              <a:srgbClr val="8B5E3C">
                <a:alpha val="12160"/>
              </a:srgbClr>
            </a:outerShdw>
          </a:effectLst>
        </p:spPr>
        <p:txBody>
          <a:bodyPr anchorCtr="0" anchor="ctr" bIns="44500" lIns="44500" spcFirstLastPara="1" rIns="44500" wrap="square" tIns="44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30"/>
          <p:cNvSpPr/>
          <p:nvPr/>
        </p:nvSpPr>
        <p:spPr>
          <a:xfrm>
            <a:off x="7677839" y="2141925"/>
            <a:ext cx="11571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F7EF"/>
              </a:buClr>
              <a:buSzPts val="2239"/>
              <a:buFont typeface="Georgia"/>
              <a:buNone/>
            </a:pPr>
            <a:r>
              <a:rPr lang="en" sz="2239">
                <a:solidFill>
                  <a:srgbClr val="FBF7EF"/>
                </a:solidFill>
                <a:latin typeface="Georgia"/>
                <a:ea typeface="Georgia"/>
                <a:cs typeface="Georgia"/>
                <a:sym typeface="Georgia"/>
              </a:rPr>
              <a:t>15</a:t>
            </a:r>
            <a:r>
              <a:rPr b="0" i="0" lang="en" sz="2239" u="none" cap="none" strike="noStrike">
                <a:solidFill>
                  <a:srgbClr val="FBF7EF"/>
                </a:solidFill>
                <a:latin typeface="Georgia"/>
                <a:ea typeface="Georgia"/>
                <a:cs typeface="Georgia"/>
                <a:sym typeface="Georgia"/>
              </a:rPr>
              <a:t>+</a:t>
            </a:r>
            <a:endParaRPr b="0" i="0" sz="223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1" name="Google Shape;1221;p30"/>
          <p:cNvSpPr/>
          <p:nvPr/>
        </p:nvSpPr>
        <p:spPr>
          <a:xfrm>
            <a:off x="7662964" y="2765032"/>
            <a:ext cx="11571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DCC8"/>
              </a:buClr>
              <a:buSzPts val="681"/>
              <a:buFont typeface="Calibri"/>
              <a:buNone/>
            </a:pPr>
            <a:r>
              <a:rPr b="0" i="0" lang="en" sz="681" u="none" cap="none" strike="noStrike">
                <a:solidFill>
                  <a:srgbClr val="E8DCC8"/>
                </a:solidFill>
                <a:latin typeface="Calibri"/>
                <a:ea typeface="Calibri"/>
                <a:cs typeface="Calibri"/>
                <a:sym typeface="Calibri"/>
              </a:rPr>
              <a:t>Unique Skills</a:t>
            </a:r>
            <a:endParaRPr b="0" i="0" sz="68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DCC8"/>
              </a:buClr>
              <a:buSzPts val="681"/>
              <a:buFont typeface="Calibri"/>
              <a:buNone/>
            </a:pPr>
            <a:r>
              <a:rPr b="0" i="0" lang="en" sz="681" u="none" cap="none" strike="noStrike">
                <a:solidFill>
                  <a:srgbClr val="E8DCC8"/>
                </a:solidFill>
                <a:latin typeface="Calibri"/>
                <a:ea typeface="Calibri"/>
                <a:cs typeface="Calibri"/>
                <a:sym typeface="Calibri"/>
              </a:rPr>
              <a:t>Extracted</a:t>
            </a:r>
            <a:endParaRPr b="0" i="0" sz="68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p30"/>
          <p:cNvSpPr/>
          <p:nvPr/>
        </p:nvSpPr>
        <p:spPr>
          <a:xfrm>
            <a:off x="7611099" y="3431675"/>
            <a:ext cx="1290600" cy="1468500"/>
          </a:xfrm>
          <a:prstGeom prst="rect">
            <a:avLst/>
          </a:prstGeom>
          <a:solidFill>
            <a:srgbClr val="F5EFE0"/>
          </a:solidFill>
          <a:ln cap="flat" cmpd="sng" w="6175">
            <a:solidFill>
              <a:srgbClr val="D4C4A8"/>
            </a:solidFill>
            <a:prstDash val="solid"/>
            <a:round/>
            <a:headEnd len="sm" w="sm" type="none"/>
            <a:tailEnd len="sm" w="sm" type="none"/>
          </a:ln>
          <a:effectLst>
            <a:outerShdw blurRad="74168" rotWithShape="0" algn="bl" dir="8100000" dist="18542">
              <a:srgbClr val="8B5E3C">
                <a:alpha val="12160"/>
              </a:srgbClr>
            </a:outerShdw>
          </a:effectLst>
        </p:spPr>
        <p:txBody>
          <a:bodyPr anchorCtr="0" anchor="ctr" bIns="44500" lIns="44500" spcFirstLastPara="1" rIns="44500" wrap="square" tIns="44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p30"/>
          <p:cNvSpPr/>
          <p:nvPr/>
        </p:nvSpPr>
        <p:spPr>
          <a:xfrm>
            <a:off x="7677850" y="3644275"/>
            <a:ext cx="11571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2239"/>
              <a:buFont typeface="Georgia"/>
              <a:buNone/>
            </a:pPr>
            <a:r>
              <a:rPr b="0" i="0" lang="en" sz="2239" u="none" cap="none" strike="noStrike">
                <a:solidFill>
                  <a:srgbClr val="3D2B1F"/>
                </a:solidFill>
                <a:latin typeface="Georgia"/>
                <a:ea typeface="Georgia"/>
                <a:cs typeface="Georgia"/>
                <a:sym typeface="Georgia"/>
              </a:rPr>
              <a:t>18</a:t>
            </a:r>
            <a:endParaRPr b="0" i="0" sz="223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p30"/>
          <p:cNvSpPr/>
          <p:nvPr/>
        </p:nvSpPr>
        <p:spPr>
          <a:xfrm>
            <a:off x="7677850" y="4267382"/>
            <a:ext cx="11571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A6652"/>
              </a:buClr>
              <a:buSzPts val="681"/>
              <a:buFont typeface="Calibri"/>
              <a:buNone/>
            </a:pPr>
            <a:r>
              <a:rPr b="0" i="0" lang="en" sz="681" u="none" cap="none" strike="noStrike">
                <a:solidFill>
                  <a:srgbClr val="7A6652"/>
                </a:solidFill>
                <a:latin typeface="Calibri"/>
                <a:ea typeface="Calibri"/>
                <a:cs typeface="Calibri"/>
                <a:sym typeface="Calibri"/>
              </a:rPr>
              <a:t>Industry Sectors</a:t>
            </a:r>
            <a:endParaRPr b="0" i="0" sz="68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A6652"/>
              </a:buClr>
              <a:buSzPts val="681"/>
              <a:buFont typeface="Calibri"/>
              <a:buNone/>
            </a:pPr>
            <a:r>
              <a:rPr b="0" i="0" lang="en" sz="681" u="none" cap="none" strike="noStrike">
                <a:solidFill>
                  <a:srgbClr val="7A6652"/>
                </a:solidFill>
                <a:latin typeface="Calibri"/>
                <a:ea typeface="Calibri"/>
                <a:cs typeface="Calibri"/>
                <a:sym typeface="Calibri"/>
              </a:rPr>
              <a:t>Covered</a:t>
            </a:r>
            <a:endParaRPr b="0" i="0" sz="68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5" name="Google Shape;1225;p30"/>
          <p:cNvSpPr/>
          <p:nvPr/>
        </p:nvSpPr>
        <p:spPr>
          <a:xfrm>
            <a:off x="1319500" y="2410075"/>
            <a:ext cx="5264100" cy="2280000"/>
          </a:xfrm>
          <a:prstGeom prst="rect">
            <a:avLst/>
          </a:prstGeom>
          <a:solidFill>
            <a:srgbClr val="8B5E3C"/>
          </a:solidFill>
          <a:ln cap="flat" cmpd="sng" w="6175">
            <a:solidFill>
              <a:srgbClr val="D4C4A8"/>
            </a:solidFill>
            <a:prstDash val="solid"/>
            <a:round/>
            <a:headEnd len="sm" w="sm" type="none"/>
            <a:tailEnd len="sm" w="sm" type="none"/>
          </a:ln>
          <a:effectLst>
            <a:outerShdw blurRad="74168" rotWithShape="0" algn="bl" dir="8100000" dist="18542">
              <a:srgbClr val="8B5E3C">
                <a:alpha val="12160"/>
              </a:srgbClr>
            </a:outerShdw>
          </a:effectLst>
        </p:spPr>
        <p:txBody>
          <a:bodyPr anchorCtr="0" anchor="ctr" bIns="44500" lIns="44500" spcFirstLastPara="1" rIns="44500" wrap="square" tIns="44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6" name="Google Shape;1226;p30"/>
          <p:cNvSpPr/>
          <p:nvPr/>
        </p:nvSpPr>
        <p:spPr>
          <a:xfrm>
            <a:off x="1484915" y="2875300"/>
            <a:ext cx="53226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F7EF"/>
              </a:buClr>
              <a:buSzPts val="2239"/>
              <a:buFont typeface="Georgia"/>
              <a:buNone/>
            </a:pPr>
            <a:r>
              <a:t/>
            </a:r>
            <a:endParaRPr sz="1500">
              <a:solidFill>
                <a:srgbClr val="FBF7E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F7EF"/>
              </a:buClr>
              <a:buSzPts val="2239"/>
              <a:buFont typeface="Georgia"/>
              <a:buNone/>
            </a:pPr>
            <a:r>
              <a:t/>
            </a:r>
            <a:endParaRPr sz="1500">
              <a:solidFill>
                <a:srgbClr val="FBF7E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F7EF"/>
              </a:buClr>
              <a:buSzPts val="2239"/>
              <a:buFont typeface="Georgia"/>
              <a:buNone/>
            </a:pPr>
            <a:r>
              <a:rPr b="1" lang="en" sz="1500">
                <a:solidFill>
                  <a:srgbClr val="FBF7EF"/>
                </a:solidFill>
                <a:latin typeface="Georgia"/>
                <a:ea typeface="Georgia"/>
                <a:cs typeface="Georgia"/>
                <a:sym typeface="Georgia"/>
              </a:rPr>
              <a:t>Goal: </a:t>
            </a:r>
            <a:endParaRPr b="1" sz="1500">
              <a:solidFill>
                <a:srgbClr val="FBF7E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F7EF"/>
              </a:buClr>
              <a:buSzPts val="2239"/>
              <a:buFont typeface="Georgia"/>
              <a:buNone/>
            </a:pPr>
            <a:r>
              <a:rPr lang="en" sz="1500">
                <a:solidFill>
                  <a:srgbClr val="FBF7EF"/>
                </a:solidFill>
                <a:latin typeface="Georgia"/>
                <a:ea typeface="Georgia"/>
                <a:cs typeface="Georgia"/>
                <a:sym typeface="Georgia"/>
              </a:rPr>
              <a:t>Understand how AI, geography, and skills shape job opportunities</a:t>
            </a:r>
            <a:endParaRPr sz="1500">
              <a:solidFill>
                <a:srgbClr val="FBF7E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F7EF"/>
              </a:buClr>
              <a:buSzPts val="2239"/>
              <a:buFont typeface="Georgia"/>
              <a:buNone/>
            </a:pPr>
            <a:r>
              <a:t/>
            </a:r>
            <a:endParaRPr sz="1500">
              <a:solidFill>
                <a:srgbClr val="FBF7E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F7EF"/>
              </a:buClr>
              <a:buSzPts val="2239"/>
              <a:buFont typeface="Georgia"/>
              <a:buNone/>
            </a:pPr>
            <a:r>
              <a:rPr b="1" lang="en" sz="1500">
                <a:solidFill>
                  <a:srgbClr val="FBF7EF"/>
                </a:solidFill>
                <a:latin typeface="Georgia"/>
                <a:ea typeface="Georgia"/>
                <a:cs typeface="Georgia"/>
                <a:sym typeface="Georgia"/>
              </a:rPr>
              <a:t>Key question:</a:t>
            </a:r>
            <a:endParaRPr b="1" sz="1500">
              <a:solidFill>
                <a:srgbClr val="FBF7E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F7EF"/>
              </a:buClr>
              <a:buSzPts val="2239"/>
              <a:buFont typeface="Georgia"/>
              <a:buNone/>
            </a:pPr>
            <a:r>
              <a:rPr lang="en" sz="1500">
                <a:solidFill>
                  <a:srgbClr val="FBF7EF"/>
                </a:solidFill>
                <a:latin typeface="Georgia"/>
                <a:ea typeface="Georgia"/>
                <a:cs typeface="Georgia"/>
                <a:sym typeface="Georgia"/>
              </a:rPr>
              <a:t>Where are the opportunities, and what skills matter most?</a:t>
            </a:r>
            <a:endParaRPr sz="1500">
              <a:solidFill>
                <a:srgbClr val="FBF7E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227" name="Google Shape;122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126" y="197025"/>
            <a:ext cx="6672000" cy="209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EF"/>
        </a:solidFill>
      </p:bgPr>
    </p:bg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31"/>
          <p:cNvSpPr/>
          <p:nvPr/>
        </p:nvSpPr>
        <p:spPr>
          <a:xfrm>
            <a:off x="457200" y="256032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E3C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8B5E3C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4" name="Google Shape;1234;p31"/>
          <p:cNvSpPr/>
          <p:nvPr/>
        </p:nvSpPr>
        <p:spPr>
          <a:xfrm>
            <a:off x="457200" y="548640"/>
            <a:ext cx="4572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4200"/>
              <a:buFont typeface="Georgia"/>
              <a:buNone/>
            </a:pPr>
            <a:r>
              <a:rPr b="0" i="0" lang="en" sz="4200" u="none" cap="none" strike="noStrike">
                <a:solidFill>
                  <a:srgbClr val="3D2B1F"/>
                </a:solidFill>
                <a:latin typeface="Georgia"/>
                <a:ea typeface="Georgia"/>
                <a:cs typeface="Georgia"/>
                <a:sym typeface="Georgia"/>
              </a:rPr>
              <a:t>Contents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5" name="Google Shape;1235;p31"/>
          <p:cNvSpPr/>
          <p:nvPr/>
        </p:nvSpPr>
        <p:spPr>
          <a:xfrm>
            <a:off x="457200" y="1325880"/>
            <a:ext cx="822900" cy="45600"/>
          </a:xfrm>
          <a:prstGeom prst="rect">
            <a:avLst/>
          </a:prstGeom>
          <a:solidFill>
            <a:srgbClr val="8B5E3C"/>
          </a:solidFill>
          <a:ln cap="flat" cmpd="sng" w="12700">
            <a:solidFill>
              <a:srgbClr val="8B5E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36" name="Google Shape;1236;p31"/>
          <p:cNvCxnSpPr/>
          <p:nvPr/>
        </p:nvCxnSpPr>
        <p:spPr>
          <a:xfrm>
            <a:off x="502920" y="2651760"/>
            <a:ext cx="8138100" cy="0"/>
          </a:xfrm>
          <a:prstGeom prst="straightConnector1">
            <a:avLst/>
          </a:prstGeom>
          <a:noFill/>
          <a:ln cap="flat" cmpd="sng" w="19050">
            <a:solidFill>
              <a:srgbClr val="8B5E3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7" name="Google Shape;1237;p31"/>
          <p:cNvCxnSpPr/>
          <p:nvPr/>
        </p:nvCxnSpPr>
        <p:spPr>
          <a:xfrm>
            <a:off x="576072" y="2569464"/>
            <a:ext cx="0" cy="82200"/>
          </a:xfrm>
          <a:prstGeom prst="straightConnector1">
            <a:avLst/>
          </a:prstGeom>
          <a:noFill/>
          <a:ln cap="flat" cmpd="sng" w="19050">
            <a:solidFill>
              <a:srgbClr val="8B5E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8" name="Google Shape;1238;p31"/>
          <p:cNvSpPr/>
          <p:nvPr/>
        </p:nvSpPr>
        <p:spPr>
          <a:xfrm>
            <a:off x="502920" y="2423160"/>
            <a:ext cx="146400" cy="146400"/>
          </a:xfrm>
          <a:prstGeom prst="ellipse">
            <a:avLst/>
          </a:prstGeom>
          <a:solidFill>
            <a:srgbClr val="8B5E3C"/>
          </a:solidFill>
          <a:ln cap="flat" cmpd="sng" w="12700">
            <a:solidFill>
              <a:srgbClr val="8B5E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9" name="Google Shape;1239;p31"/>
          <p:cNvSpPr/>
          <p:nvPr/>
        </p:nvSpPr>
        <p:spPr>
          <a:xfrm>
            <a:off x="-45720" y="2011680"/>
            <a:ext cx="1280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300"/>
              <a:buFont typeface="Georgia"/>
              <a:buNone/>
            </a:pPr>
            <a:r>
              <a:rPr b="0" i="0" lang="en" sz="1300" u="none" cap="none" strike="noStrike">
                <a:solidFill>
                  <a:srgbClr val="3D2B1F"/>
                </a:solidFill>
                <a:latin typeface="Georgia"/>
                <a:ea typeface="Georgia"/>
                <a:cs typeface="Georgia"/>
                <a:sym typeface="Georgia"/>
              </a:rPr>
              <a:t>Data &amp;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300"/>
              <a:buFont typeface="Georgia"/>
              <a:buNone/>
            </a:pPr>
            <a:r>
              <a:rPr b="0" i="0" lang="en" sz="1300" u="none" cap="none" strike="noStrike">
                <a:solidFill>
                  <a:srgbClr val="3D2B1F"/>
                </a:solidFill>
                <a:latin typeface="Georgia"/>
                <a:ea typeface="Georgia"/>
                <a:cs typeface="Georgia"/>
                <a:sym typeface="Georgia"/>
              </a:rPr>
              <a:t>Cleaning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0" name="Google Shape;1240;p31"/>
          <p:cNvCxnSpPr/>
          <p:nvPr/>
        </p:nvCxnSpPr>
        <p:spPr>
          <a:xfrm>
            <a:off x="2651760" y="2651760"/>
            <a:ext cx="0" cy="137100"/>
          </a:xfrm>
          <a:prstGeom prst="straightConnector1">
            <a:avLst/>
          </a:prstGeom>
          <a:noFill/>
          <a:ln cap="flat" cmpd="sng" w="19050">
            <a:solidFill>
              <a:srgbClr val="8B5E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1" name="Google Shape;1241;p31"/>
          <p:cNvSpPr/>
          <p:nvPr/>
        </p:nvSpPr>
        <p:spPr>
          <a:xfrm>
            <a:off x="2578608" y="2788920"/>
            <a:ext cx="146400" cy="146400"/>
          </a:xfrm>
          <a:prstGeom prst="ellipse">
            <a:avLst/>
          </a:prstGeom>
          <a:solidFill>
            <a:srgbClr val="E8DCC8"/>
          </a:solidFill>
          <a:ln cap="flat" cmpd="sng" w="19050">
            <a:solidFill>
              <a:srgbClr val="8B5E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2" name="Google Shape;1242;p31"/>
          <p:cNvSpPr/>
          <p:nvPr/>
        </p:nvSpPr>
        <p:spPr>
          <a:xfrm>
            <a:off x="2029968" y="3008376"/>
            <a:ext cx="1280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6652"/>
              </a:buClr>
              <a:buSzPts val="1300"/>
              <a:buFont typeface="Georgia"/>
              <a:buNone/>
            </a:pPr>
            <a:r>
              <a:rPr b="0" i="0" lang="en" sz="1300" u="none" cap="none" strike="noStrike">
                <a:solidFill>
                  <a:srgbClr val="7A6652"/>
                </a:solidFill>
                <a:latin typeface="Georgia"/>
                <a:ea typeface="Georgia"/>
                <a:cs typeface="Georgia"/>
                <a:sym typeface="Georgia"/>
              </a:rPr>
              <a:t>8 Research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6652"/>
              </a:buClr>
              <a:buSzPts val="1300"/>
              <a:buFont typeface="Georgia"/>
              <a:buNone/>
            </a:pPr>
            <a:r>
              <a:rPr b="0" i="0" lang="en" sz="1300" u="none" cap="none" strike="noStrike">
                <a:solidFill>
                  <a:srgbClr val="7A6652"/>
                </a:solidFill>
                <a:latin typeface="Georgia"/>
                <a:ea typeface="Georgia"/>
                <a:cs typeface="Georgia"/>
                <a:sym typeface="Georgia"/>
              </a:rPr>
              <a:t>Questions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3" name="Google Shape;1243;p31"/>
          <p:cNvCxnSpPr/>
          <p:nvPr/>
        </p:nvCxnSpPr>
        <p:spPr>
          <a:xfrm>
            <a:off x="4727448" y="2569464"/>
            <a:ext cx="0" cy="82200"/>
          </a:xfrm>
          <a:prstGeom prst="straightConnector1">
            <a:avLst/>
          </a:prstGeom>
          <a:noFill/>
          <a:ln cap="flat" cmpd="sng" w="19050">
            <a:solidFill>
              <a:srgbClr val="8B5E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4" name="Google Shape;1244;p31"/>
          <p:cNvSpPr/>
          <p:nvPr/>
        </p:nvSpPr>
        <p:spPr>
          <a:xfrm>
            <a:off x="4654296" y="2423160"/>
            <a:ext cx="146400" cy="146400"/>
          </a:xfrm>
          <a:prstGeom prst="ellipse">
            <a:avLst/>
          </a:prstGeom>
          <a:solidFill>
            <a:srgbClr val="8B5E3C"/>
          </a:solidFill>
          <a:ln cap="flat" cmpd="sng" w="12700">
            <a:solidFill>
              <a:srgbClr val="8B5E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31"/>
          <p:cNvSpPr/>
          <p:nvPr/>
        </p:nvSpPr>
        <p:spPr>
          <a:xfrm>
            <a:off x="4105656" y="2011680"/>
            <a:ext cx="1280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300"/>
              <a:buFont typeface="Georgia"/>
              <a:buNone/>
            </a:pPr>
            <a:r>
              <a:rPr b="0" i="0" lang="en" sz="1300" u="none" cap="none" strike="noStrike">
                <a:solidFill>
                  <a:srgbClr val="3D2B1F"/>
                </a:solidFill>
                <a:latin typeface="Georgia"/>
                <a:ea typeface="Georgia"/>
                <a:cs typeface="Georgia"/>
                <a:sym typeface="Georgia"/>
              </a:rPr>
              <a:t>Machine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300"/>
              <a:buFont typeface="Georgia"/>
              <a:buNone/>
            </a:pPr>
            <a:r>
              <a:rPr b="0" i="0" lang="en" sz="1300" u="none" cap="none" strike="noStrike">
                <a:solidFill>
                  <a:srgbClr val="3D2B1F"/>
                </a:solidFill>
                <a:latin typeface="Georgia"/>
                <a:ea typeface="Georgia"/>
                <a:cs typeface="Georgia"/>
                <a:sym typeface="Georgia"/>
              </a:rPr>
              <a:t>Learning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6" name="Google Shape;1246;p31"/>
          <p:cNvCxnSpPr/>
          <p:nvPr/>
        </p:nvCxnSpPr>
        <p:spPr>
          <a:xfrm>
            <a:off x="6803136" y="2651760"/>
            <a:ext cx="0" cy="137100"/>
          </a:xfrm>
          <a:prstGeom prst="straightConnector1">
            <a:avLst/>
          </a:prstGeom>
          <a:noFill/>
          <a:ln cap="flat" cmpd="sng" w="19050">
            <a:solidFill>
              <a:srgbClr val="8B5E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7" name="Google Shape;1247;p31"/>
          <p:cNvSpPr/>
          <p:nvPr/>
        </p:nvSpPr>
        <p:spPr>
          <a:xfrm>
            <a:off x="6729984" y="2788920"/>
            <a:ext cx="146400" cy="146400"/>
          </a:xfrm>
          <a:prstGeom prst="ellipse">
            <a:avLst/>
          </a:prstGeom>
          <a:solidFill>
            <a:srgbClr val="E8DCC8"/>
          </a:solidFill>
          <a:ln cap="flat" cmpd="sng" w="19050">
            <a:solidFill>
              <a:srgbClr val="8B5E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31"/>
          <p:cNvSpPr/>
          <p:nvPr/>
        </p:nvSpPr>
        <p:spPr>
          <a:xfrm>
            <a:off x="6181344" y="3008376"/>
            <a:ext cx="1280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6652"/>
              </a:buClr>
              <a:buSzPts val="1300"/>
              <a:buFont typeface="Georgia"/>
              <a:buNone/>
            </a:pPr>
            <a:r>
              <a:rPr b="0" i="0" lang="en" sz="1300" u="none" cap="none" strike="noStrike">
                <a:solidFill>
                  <a:srgbClr val="7A6652"/>
                </a:solidFill>
                <a:latin typeface="Georgia"/>
                <a:ea typeface="Georgia"/>
                <a:cs typeface="Georgia"/>
                <a:sym typeface="Georgia"/>
              </a:rPr>
              <a:t>Job Cluster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6652"/>
              </a:buClr>
              <a:buSzPts val="1300"/>
              <a:buFont typeface="Georgia"/>
              <a:buNone/>
            </a:pPr>
            <a:r>
              <a:rPr b="0" i="0" lang="en" sz="1300" u="none" cap="none" strike="noStrike">
                <a:solidFill>
                  <a:srgbClr val="7A6652"/>
                </a:solidFill>
                <a:latin typeface="Georgia"/>
                <a:ea typeface="Georgia"/>
                <a:cs typeface="Georgia"/>
                <a:sym typeface="Georgia"/>
              </a:rPr>
              <a:t>Finder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9" name="Google Shape;1249;p31"/>
          <p:cNvCxnSpPr/>
          <p:nvPr/>
        </p:nvCxnSpPr>
        <p:spPr>
          <a:xfrm>
            <a:off x="8503920" y="2569464"/>
            <a:ext cx="0" cy="82200"/>
          </a:xfrm>
          <a:prstGeom prst="straightConnector1">
            <a:avLst/>
          </a:prstGeom>
          <a:noFill/>
          <a:ln cap="flat" cmpd="sng" w="19050">
            <a:solidFill>
              <a:srgbClr val="8B5E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0" name="Google Shape;1250;p31"/>
          <p:cNvSpPr/>
          <p:nvPr/>
        </p:nvSpPr>
        <p:spPr>
          <a:xfrm>
            <a:off x="8430768" y="2423160"/>
            <a:ext cx="146400" cy="146400"/>
          </a:xfrm>
          <a:prstGeom prst="ellipse">
            <a:avLst/>
          </a:prstGeom>
          <a:solidFill>
            <a:srgbClr val="8B5E3C"/>
          </a:solidFill>
          <a:ln cap="flat" cmpd="sng" w="12700">
            <a:solidFill>
              <a:srgbClr val="8B5E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1" name="Google Shape;1251;p31"/>
          <p:cNvSpPr/>
          <p:nvPr/>
        </p:nvSpPr>
        <p:spPr>
          <a:xfrm>
            <a:off x="7882128" y="2011680"/>
            <a:ext cx="1280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300"/>
              <a:buFont typeface="Georgia"/>
              <a:buNone/>
            </a:pPr>
            <a:r>
              <a:rPr b="0" i="0" lang="en" sz="1300" u="none" cap="none" strike="noStrike">
                <a:solidFill>
                  <a:srgbClr val="3D2B1F"/>
                </a:solidFill>
                <a:latin typeface="Georgia"/>
                <a:ea typeface="Georgia"/>
                <a:cs typeface="Georgia"/>
                <a:sym typeface="Georgia"/>
              </a:rPr>
              <a:t>Key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300"/>
              <a:buFont typeface="Georgia"/>
              <a:buNone/>
            </a:pPr>
            <a:r>
              <a:rPr b="0" i="0" lang="en" sz="1300" u="none" cap="none" strike="noStrike">
                <a:solidFill>
                  <a:srgbClr val="3D2B1F"/>
                </a:solidFill>
                <a:latin typeface="Georgia"/>
                <a:ea typeface="Georgia"/>
                <a:cs typeface="Georgia"/>
                <a:sym typeface="Georgia"/>
              </a:rPr>
              <a:t>Insights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2" name="Google Shape;1252;p31"/>
          <p:cNvSpPr/>
          <p:nvPr/>
        </p:nvSpPr>
        <p:spPr>
          <a:xfrm>
            <a:off x="7772400" y="3931920"/>
            <a:ext cx="1280100" cy="1280100"/>
          </a:xfrm>
          <a:prstGeom prst="ellipse">
            <a:avLst/>
          </a:prstGeom>
          <a:solidFill>
            <a:srgbClr val="E8DCC8"/>
          </a:solidFill>
          <a:ln cap="flat" cmpd="sng" w="12700">
            <a:solidFill>
              <a:srgbClr val="D4C4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3" name="Google Shape;1253;p31"/>
          <p:cNvSpPr/>
          <p:nvPr/>
        </p:nvSpPr>
        <p:spPr>
          <a:xfrm>
            <a:off x="8092440" y="4251960"/>
            <a:ext cx="640200" cy="640200"/>
          </a:xfrm>
          <a:prstGeom prst="ellipse">
            <a:avLst/>
          </a:prstGeom>
          <a:solidFill>
            <a:srgbClr val="8B5E3C">
              <a:alpha val="65100"/>
            </a:srgbClr>
          </a:solidFill>
          <a:ln cap="flat" cmpd="sng" w="12700">
            <a:solidFill>
              <a:srgbClr val="8B5E3C">
                <a:alpha val="6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4" name="Google Shape;1254;p31"/>
          <p:cNvSpPr/>
          <p:nvPr/>
        </p:nvSpPr>
        <p:spPr>
          <a:xfrm>
            <a:off x="457200" y="4754880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C4A8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D4C4A8"/>
                </a:solidFill>
                <a:latin typeface="Calibri"/>
                <a:ea typeface="Calibri"/>
                <a:cs typeface="Calibri"/>
                <a:sym typeface="Calibri"/>
              </a:rPr>
              <a:t>AD688 · Lightcast Job Postings · Group 1 · Spring 2025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EF"/>
        </a:solidFill>
      </p:bgPr>
    </p:bg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p32"/>
          <p:cNvSpPr/>
          <p:nvPr/>
        </p:nvSpPr>
        <p:spPr>
          <a:xfrm>
            <a:off x="411480" y="228600"/>
            <a:ext cx="83211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E3C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8B5E3C"/>
                </a:solidFill>
                <a:latin typeface="Calibri"/>
                <a:ea typeface="Calibri"/>
                <a:cs typeface="Calibri"/>
                <a:sym typeface="Calibri"/>
              </a:rPr>
              <a:t>DATA &amp; CLEANING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1" name="Google Shape;1261;p32"/>
          <p:cNvSpPr/>
          <p:nvPr/>
        </p:nvSpPr>
        <p:spPr>
          <a:xfrm>
            <a:off x="411480" y="502920"/>
            <a:ext cx="5486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3600"/>
              <a:buFont typeface="Georgia"/>
              <a:buNone/>
            </a:pPr>
            <a:r>
              <a:rPr b="0" i="0" lang="en" sz="3600" u="none" cap="none" strike="noStrike">
                <a:solidFill>
                  <a:srgbClr val="3D2B1F"/>
                </a:solidFill>
                <a:latin typeface="Georgia"/>
                <a:ea typeface="Georgia"/>
                <a:cs typeface="Georgia"/>
                <a:sym typeface="Georgia"/>
              </a:rPr>
              <a:t>Data Cleaning Pipeline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2" name="Google Shape;1262;p32"/>
          <p:cNvSpPr/>
          <p:nvPr/>
        </p:nvSpPr>
        <p:spPr>
          <a:xfrm>
            <a:off x="411480" y="1170432"/>
            <a:ext cx="777300" cy="45600"/>
          </a:xfrm>
          <a:prstGeom prst="rect">
            <a:avLst/>
          </a:prstGeom>
          <a:solidFill>
            <a:srgbClr val="8B5E3C"/>
          </a:solidFill>
          <a:ln cap="flat" cmpd="sng" w="12700">
            <a:solidFill>
              <a:srgbClr val="8B5E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3" name="Google Shape;1263;p32"/>
          <p:cNvSpPr/>
          <p:nvPr/>
        </p:nvSpPr>
        <p:spPr>
          <a:xfrm>
            <a:off x="411480" y="1298448"/>
            <a:ext cx="8321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652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7A6652"/>
                </a:solidFill>
                <a:latin typeface="Calibri"/>
                <a:ea typeface="Calibri"/>
                <a:cs typeface="Calibri"/>
                <a:sym typeface="Calibri"/>
              </a:rPr>
              <a:t>Raw:  data/lightcast_job_postings.csv  →  Output: data/lightcast_cleaned.csv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4" name="Google Shape;1264;p32"/>
          <p:cNvSpPr/>
          <p:nvPr/>
        </p:nvSpPr>
        <p:spPr>
          <a:xfrm>
            <a:off x="411480" y="1664208"/>
            <a:ext cx="4160400" cy="475500"/>
          </a:xfrm>
          <a:prstGeom prst="rect">
            <a:avLst/>
          </a:prstGeom>
          <a:solidFill>
            <a:srgbClr val="F5EFE0"/>
          </a:solidFill>
          <a:ln cap="flat" cmpd="sng" w="12700">
            <a:solidFill>
              <a:srgbClr val="D4C4A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8B5E3C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32"/>
          <p:cNvSpPr/>
          <p:nvPr/>
        </p:nvSpPr>
        <p:spPr>
          <a:xfrm>
            <a:off x="411480" y="1664208"/>
            <a:ext cx="347400" cy="475500"/>
          </a:xfrm>
          <a:prstGeom prst="rect">
            <a:avLst/>
          </a:prstGeom>
          <a:solidFill>
            <a:srgbClr val="8B5E3C"/>
          </a:solidFill>
          <a:ln cap="flat" cmpd="sng" w="12700">
            <a:solidFill>
              <a:srgbClr val="8B5E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32"/>
          <p:cNvSpPr/>
          <p:nvPr/>
        </p:nvSpPr>
        <p:spPr>
          <a:xfrm>
            <a:off x="411480" y="1664208"/>
            <a:ext cx="3474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F7EF"/>
              </a:buClr>
              <a:buSzPts val="1100"/>
              <a:buFont typeface="Georgia"/>
              <a:buNone/>
            </a:pPr>
            <a:r>
              <a:rPr b="0" i="0" lang="en" sz="1100" u="none" cap="none" strike="noStrike">
                <a:solidFill>
                  <a:srgbClr val="FBF7E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7" name="Google Shape;1267;p32"/>
          <p:cNvSpPr/>
          <p:nvPr/>
        </p:nvSpPr>
        <p:spPr>
          <a:xfrm>
            <a:off x="822960" y="1700784"/>
            <a:ext cx="2377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E3C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8B5E3C"/>
                </a:solidFill>
                <a:latin typeface="Calibri"/>
                <a:ea typeface="Calibri"/>
                <a:cs typeface="Calibri"/>
                <a:sym typeface="Calibri"/>
              </a:rPr>
              <a:t>Load Raw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8" name="Google Shape;1268;p32"/>
          <p:cNvSpPr/>
          <p:nvPr/>
        </p:nvSpPr>
        <p:spPr>
          <a:xfrm>
            <a:off x="822960" y="1892808"/>
            <a:ext cx="2377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652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7A6652"/>
                </a:solidFill>
                <a:latin typeface="Calibri"/>
                <a:ea typeface="Calibri"/>
                <a:cs typeface="Calibri"/>
                <a:sym typeface="Calibri"/>
              </a:rPr>
              <a:t>72,498 rows × 131 columns from lightcast_job_postings.csv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9" name="Google Shape;1269;p32"/>
          <p:cNvSpPr/>
          <p:nvPr/>
        </p:nvSpPr>
        <p:spPr>
          <a:xfrm>
            <a:off x="3264408" y="1773936"/>
            <a:ext cx="1188600" cy="255900"/>
          </a:xfrm>
          <a:prstGeom prst="rect">
            <a:avLst/>
          </a:prstGeom>
          <a:solidFill>
            <a:srgbClr val="E8DCC8"/>
          </a:solidFill>
          <a:ln cap="flat" cmpd="sng" w="12700">
            <a:solidFill>
              <a:srgbClr val="D4C4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32"/>
          <p:cNvSpPr/>
          <p:nvPr/>
        </p:nvSpPr>
        <p:spPr>
          <a:xfrm>
            <a:off x="3264408" y="1773936"/>
            <a:ext cx="1188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E3C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8B5E3C"/>
                </a:solidFill>
                <a:latin typeface="Calibri"/>
                <a:ea typeface="Calibri"/>
                <a:cs typeface="Calibri"/>
                <a:sym typeface="Calibri"/>
              </a:rPr>
              <a:t>72,498 rows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1" name="Google Shape;1271;p32"/>
          <p:cNvSpPr/>
          <p:nvPr/>
        </p:nvSpPr>
        <p:spPr>
          <a:xfrm>
            <a:off x="411480" y="2194560"/>
            <a:ext cx="4160400" cy="475500"/>
          </a:xfrm>
          <a:prstGeom prst="rect">
            <a:avLst/>
          </a:prstGeom>
          <a:solidFill>
            <a:srgbClr val="F5EFE0"/>
          </a:solidFill>
          <a:ln cap="flat" cmpd="sng" w="12700">
            <a:solidFill>
              <a:srgbClr val="D4C4A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8B5E3C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2" name="Google Shape;1272;p32"/>
          <p:cNvSpPr/>
          <p:nvPr/>
        </p:nvSpPr>
        <p:spPr>
          <a:xfrm>
            <a:off x="411480" y="2194560"/>
            <a:ext cx="347400" cy="475500"/>
          </a:xfrm>
          <a:prstGeom prst="rect">
            <a:avLst/>
          </a:prstGeom>
          <a:solidFill>
            <a:srgbClr val="3D2B1F"/>
          </a:solidFill>
          <a:ln cap="flat" cmpd="sng" w="12700">
            <a:solidFill>
              <a:srgbClr val="3D2B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p32"/>
          <p:cNvSpPr/>
          <p:nvPr/>
        </p:nvSpPr>
        <p:spPr>
          <a:xfrm>
            <a:off x="411480" y="2194560"/>
            <a:ext cx="3474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F7EF"/>
              </a:buClr>
              <a:buSzPts val="1100"/>
              <a:buFont typeface="Georgia"/>
              <a:buNone/>
            </a:pPr>
            <a:r>
              <a:rPr b="0" i="0" lang="en" sz="1100" u="none" cap="none" strike="noStrike">
                <a:solidFill>
                  <a:srgbClr val="FBF7E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p32"/>
          <p:cNvSpPr/>
          <p:nvPr/>
        </p:nvSpPr>
        <p:spPr>
          <a:xfrm>
            <a:off x="822960" y="2231136"/>
            <a:ext cx="2377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E3C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8B5E3C"/>
                </a:solidFill>
                <a:latin typeface="Calibri"/>
                <a:ea typeface="Calibri"/>
                <a:cs typeface="Calibri"/>
                <a:sym typeface="Calibri"/>
              </a:rPr>
              <a:t>Select Columns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5" name="Google Shape;1275;p32"/>
          <p:cNvSpPr/>
          <p:nvPr/>
        </p:nvSpPr>
        <p:spPr>
          <a:xfrm>
            <a:off x="822960" y="2423160"/>
            <a:ext cx="2377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652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7A6652"/>
                </a:solidFill>
                <a:latin typeface="Calibri"/>
                <a:ea typeface="Calibri"/>
                <a:cs typeface="Calibri"/>
                <a:sym typeface="Calibri"/>
              </a:rPr>
              <a:t>Keep 25 of 131 columns: skills, industry, geography, remote, salary, education, timing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6" name="Google Shape;1276;p32"/>
          <p:cNvSpPr/>
          <p:nvPr/>
        </p:nvSpPr>
        <p:spPr>
          <a:xfrm>
            <a:off x="3264408" y="2304288"/>
            <a:ext cx="1188600" cy="255900"/>
          </a:xfrm>
          <a:prstGeom prst="rect">
            <a:avLst/>
          </a:prstGeom>
          <a:solidFill>
            <a:srgbClr val="E8DCC8"/>
          </a:solidFill>
          <a:ln cap="flat" cmpd="sng" w="12700">
            <a:solidFill>
              <a:srgbClr val="D4C4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p32"/>
          <p:cNvSpPr/>
          <p:nvPr/>
        </p:nvSpPr>
        <p:spPr>
          <a:xfrm>
            <a:off x="3264408" y="2304288"/>
            <a:ext cx="1188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E3C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8B5E3C"/>
                </a:solidFill>
                <a:latin typeface="Calibri"/>
                <a:ea typeface="Calibri"/>
                <a:cs typeface="Calibri"/>
                <a:sym typeface="Calibri"/>
              </a:rPr>
              <a:t>25 columns kept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8" name="Google Shape;1278;p32"/>
          <p:cNvSpPr/>
          <p:nvPr/>
        </p:nvSpPr>
        <p:spPr>
          <a:xfrm>
            <a:off x="411480" y="2724912"/>
            <a:ext cx="4160400" cy="475500"/>
          </a:xfrm>
          <a:prstGeom prst="rect">
            <a:avLst/>
          </a:prstGeom>
          <a:solidFill>
            <a:srgbClr val="F5EFE0"/>
          </a:solidFill>
          <a:ln cap="flat" cmpd="sng" w="12700">
            <a:solidFill>
              <a:srgbClr val="D4C4A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8B5E3C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9" name="Google Shape;1279;p32"/>
          <p:cNvSpPr/>
          <p:nvPr/>
        </p:nvSpPr>
        <p:spPr>
          <a:xfrm>
            <a:off x="411480" y="2724912"/>
            <a:ext cx="347400" cy="475500"/>
          </a:xfrm>
          <a:prstGeom prst="rect">
            <a:avLst/>
          </a:prstGeom>
          <a:solidFill>
            <a:srgbClr val="8B5E3C"/>
          </a:solidFill>
          <a:ln cap="flat" cmpd="sng" w="12700">
            <a:solidFill>
              <a:srgbClr val="8B5E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0" name="Google Shape;1280;p32"/>
          <p:cNvSpPr/>
          <p:nvPr/>
        </p:nvSpPr>
        <p:spPr>
          <a:xfrm>
            <a:off x="411480" y="2724912"/>
            <a:ext cx="3474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F7EF"/>
              </a:buClr>
              <a:buSzPts val="1100"/>
              <a:buFont typeface="Georgia"/>
              <a:buNone/>
            </a:pPr>
            <a:r>
              <a:rPr b="0" i="0" lang="en" sz="1100" u="none" cap="none" strike="noStrike">
                <a:solidFill>
                  <a:srgbClr val="FBF7E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1" name="Google Shape;1281;p32"/>
          <p:cNvSpPr/>
          <p:nvPr/>
        </p:nvSpPr>
        <p:spPr>
          <a:xfrm>
            <a:off x="822960" y="2761488"/>
            <a:ext cx="2377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E3C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8B5E3C"/>
                </a:solidFill>
                <a:latin typeface="Calibri"/>
                <a:ea typeface="Calibri"/>
                <a:cs typeface="Calibri"/>
                <a:sym typeface="Calibri"/>
              </a:rPr>
              <a:t>Standardize Column Names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2" name="Google Shape;1282;p32"/>
          <p:cNvSpPr/>
          <p:nvPr/>
        </p:nvSpPr>
        <p:spPr>
          <a:xfrm>
            <a:off x="822960" y="2953512"/>
            <a:ext cx="2377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652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7A6652"/>
                </a:solidFill>
                <a:latin typeface="Calibri"/>
                <a:ea typeface="Calibri"/>
                <a:cs typeface="Calibri"/>
                <a:sym typeface="Calibri"/>
              </a:rPr>
              <a:t>Lowercase + underscore names for consistency across teammates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3" name="Google Shape;1283;p32"/>
          <p:cNvSpPr/>
          <p:nvPr/>
        </p:nvSpPr>
        <p:spPr>
          <a:xfrm>
            <a:off x="411480" y="3255264"/>
            <a:ext cx="4160400" cy="475500"/>
          </a:xfrm>
          <a:prstGeom prst="rect">
            <a:avLst/>
          </a:prstGeom>
          <a:solidFill>
            <a:srgbClr val="F5EFE0"/>
          </a:solidFill>
          <a:ln cap="flat" cmpd="sng" w="12700">
            <a:solidFill>
              <a:srgbClr val="D4C4A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8B5E3C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4" name="Google Shape;1284;p32"/>
          <p:cNvSpPr/>
          <p:nvPr/>
        </p:nvSpPr>
        <p:spPr>
          <a:xfrm>
            <a:off x="411480" y="3255264"/>
            <a:ext cx="347400" cy="475500"/>
          </a:xfrm>
          <a:prstGeom prst="rect">
            <a:avLst/>
          </a:prstGeom>
          <a:solidFill>
            <a:srgbClr val="3D2B1F"/>
          </a:solidFill>
          <a:ln cap="flat" cmpd="sng" w="12700">
            <a:solidFill>
              <a:srgbClr val="3D2B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32"/>
          <p:cNvSpPr/>
          <p:nvPr/>
        </p:nvSpPr>
        <p:spPr>
          <a:xfrm>
            <a:off x="411480" y="3255264"/>
            <a:ext cx="3474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F7EF"/>
              </a:buClr>
              <a:buSzPts val="1100"/>
              <a:buFont typeface="Georgia"/>
              <a:buNone/>
            </a:pPr>
            <a:r>
              <a:rPr b="0" i="0" lang="en" sz="1100" u="none" cap="none" strike="noStrike">
                <a:solidFill>
                  <a:srgbClr val="FBF7E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6" name="Google Shape;1286;p32"/>
          <p:cNvSpPr/>
          <p:nvPr/>
        </p:nvSpPr>
        <p:spPr>
          <a:xfrm>
            <a:off x="822960" y="3291840"/>
            <a:ext cx="2377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E3C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8B5E3C"/>
                </a:solidFill>
                <a:latin typeface="Calibri"/>
                <a:ea typeface="Calibri"/>
                <a:cs typeface="Calibri"/>
                <a:sym typeface="Calibri"/>
              </a:rPr>
              <a:t>Parse Dates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7" name="Google Shape;1287;p32"/>
          <p:cNvSpPr/>
          <p:nvPr/>
        </p:nvSpPr>
        <p:spPr>
          <a:xfrm>
            <a:off x="822960" y="3483864"/>
            <a:ext cx="2377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652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7A6652"/>
                </a:solidFill>
                <a:latin typeface="Calibri"/>
                <a:ea typeface="Calibri"/>
                <a:cs typeface="Calibri"/>
                <a:sym typeface="Calibri"/>
              </a:rPr>
              <a:t>Convert posted/expired to datetime; derive posted_year and posted_month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8" name="Google Shape;1288;p32"/>
          <p:cNvSpPr/>
          <p:nvPr/>
        </p:nvSpPr>
        <p:spPr>
          <a:xfrm>
            <a:off x="411480" y="3785616"/>
            <a:ext cx="4160400" cy="475500"/>
          </a:xfrm>
          <a:prstGeom prst="rect">
            <a:avLst/>
          </a:prstGeom>
          <a:solidFill>
            <a:srgbClr val="F5EFE0"/>
          </a:solidFill>
          <a:ln cap="flat" cmpd="sng" w="12700">
            <a:solidFill>
              <a:srgbClr val="D4C4A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8B5E3C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32"/>
          <p:cNvSpPr/>
          <p:nvPr/>
        </p:nvSpPr>
        <p:spPr>
          <a:xfrm>
            <a:off x="411480" y="3785616"/>
            <a:ext cx="347400" cy="475500"/>
          </a:xfrm>
          <a:prstGeom prst="rect">
            <a:avLst/>
          </a:prstGeom>
          <a:solidFill>
            <a:srgbClr val="8B5E3C"/>
          </a:solidFill>
          <a:ln cap="flat" cmpd="sng" w="12700">
            <a:solidFill>
              <a:srgbClr val="8B5E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0" name="Google Shape;1290;p32"/>
          <p:cNvSpPr/>
          <p:nvPr/>
        </p:nvSpPr>
        <p:spPr>
          <a:xfrm>
            <a:off x="411480" y="3785616"/>
            <a:ext cx="3474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F7EF"/>
              </a:buClr>
              <a:buSzPts val="1100"/>
              <a:buFont typeface="Georgia"/>
              <a:buNone/>
            </a:pPr>
            <a:r>
              <a:rPr b="0" i="0" lang="en" sz="1100" u="none" cap="none" strike="noStrike">
                <a:solidFill>
                  <a:srgbClr val="FBF7EF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1" name="Google Shape;1291;p32"/>
          <p:cNvSpPr/>
          <p:nvPr/>
        </p:nvSpPr>
        <p:spPr>
          <a:xfrm>
            <a:off x="822960" y="3822192"/>
            <a:ext cx="2377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E3C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8B5E3C"/>
                </a:solidFill>
                <a:latin typeface="Calibri"/>
                <a:ea typeface="Calibri"/>
                <a:cs typeface="Calibri"/>
                <a:sym typeface="Calibri"/>
              </a:rPr>
              <a:t>Drop Missing Rows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2" name="Google Shape;1292;p32"/>
          <p:cNvSpPr/>
          <p:nvPr/>
        </p:nvSpPr>
        <p:spPr>
          <a:xfrm>
            <a:off x="822960" y="4014216"/>
            <a:ext cx="2377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652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7A6652"/>
                </a:solidFill>
                <a:latin typeface="Calibri"/>
                <a:ea typeface="Calibri"/>
                <a:cs typeface="Calibri"/>
                <a:sym typeface="Calibri"/>
              </a:rPr>
              <a:t>Remove rows with no posting date or job title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3" name="Google Shape;1293;p32"/>
          <p:cNvSpPr/>
          <p:nvPr/>
        </p:nvSpPr>
        <p:spPr>
          <a:xfrm>
            <a:off x="3264408" y="3895344"/>
            <a:ext cx="1188600" cy="255900"/>
          </a:xfrm>
          <a:prstGeom prst="rect">
            <a:avLst/>
          </a:prstGeom>
          <a:solidFill>
            <a:srgbClr val="E8DCC8"/>
          </a:solidFill>
          <a:ln cap="flat" cmpd="sng" w="12700">
            <a:solidFill>
              <a:srgbClr val="D4C4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4" name="Google Shape;1294;p32"/>
          <p:cNvSpPr/>
          <p:nvPr/>
        </p:nvSpPr>
        <p:spPr>
          <a:xfrm>
            <a:off x="3264408" y="3895344"/>
            <a:ext cx="1188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E3C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8B5E3C"/>
                </a:solidFill>
                <a:latin typeface="Calibri"/>
                <a:ea typeface="Calibri"/>
                <a:cs typeface="Calibri"/>
                <a:sym typeface="Calibri"/>
              </a:rPr>
              <a:t>−44 rows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5" name="Google Shape;1295;p32"/>
          <p:cNvSpPr/>
          <p:nvPr/>
        </p:nvSpPr>
        <p:spPr>
          <a:xfrm>
            <a:off x="320105" y="4361568"/>
            <a:ext cx="4160400" cy="475500"/>
          </a:xfrm>
          <a:prstGeom prst="rect">
            <a:avLst/>
          </a:prstGeom>
          <a:solidFill>
            <a:srgbClr val="F5EFE0"/>
          </a:solidFill>
          <a:ln cap="flat" cmpd="sng" w="12700">
            <a:solidFill>
              <a:srgbClr val="D4C4A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8B5E3C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32"/>
          <p:cNvSpPr/>
          <p:nvPr/>
        </p:nvSpPr>
        <p:spPr>
          <a:xfrm>
            <a:off x="731585" y="4398144"/>
            <a:ext cx="2377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E3C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8B5E3C"/>
                </a:solidFill>
                <a:latin typeface="Calibri"/>
                <a:ea typeface="Calibri"/>
                <a:cs typeface="Calibri"/>
                <a:sym typeface="Calibri"/>
              </a:rPr>
              <a:t>Deduplicate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7" name="Google Shape;1297;p32"/>
          <p:cNvSpPr/>
          <p:nvPr/>
        </p:nvSpPr>
        <p:spPr>
          <a:xfrm>
            <a:off x="731585" y="4590168"/>
            <a:ext cx="2377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652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7A6652"/>
                </a:solidFill>
                <a:latin typeface="Calibri"/>
                <a:ea typeface="Calibri"/>
                <a:cs typeface="Calibri"/>
                <a:sym typeface="Calibri"/>
              </a:rPr>
              <a:t>Dedupe on ID; fall back to title + company + date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8" name="Google Shape;1298;p32"/>
          <p:cNvSpPr/>
          <p:nvPr/>
        </p:nvSpPr>
        <p:spPr>
          <a:xfrm>
            <a:off x="3173033" y="4471296"/>
            <a:ext cx="1188600" cy="255900"/>
          </a:xfrm>
          <a:prstGeom prst="rect">
            <a:avLst/>
          </a:prstGeom>
          <a:solidFill>
            <a:srgbClr val="E8DCC8"/>
          </a:solidFill>
          <a:ln cap="flat" cmpd="sng" w="12700">
            <a:solidFill>
              <a:srgbClr val="D4C4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9" name="Google Shape;1299;p32"/>
          <p:cNvSpPr/>
          <p:nvPr/>
        </p:nvSpPr>
        <p:spPr>
          <a:xfrm>
            <a:off x="3173033" y="4471296"/>
            <a:ext cx="1188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E3C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8B5E3C"/>
                </a:solidFill>
                <a:latin typeface="Calibri"/>
                <a:ea typeface="Calibri"/>
                <a:cs typeface="Calibri"/>
                <a:sym typeface="Calibri"/>
              </a:rPr>
              <a:t>0 dupes found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0" name="Google Shape;1300;p32"/>
          <p:cNvSpPr/>
          <p:nvPr/>
        </p:nvSpPr>
        <p:spPr>
          <a:xfrm>
            <a:off x="4754880" y="1664208"/>
            <a:ext cx="4160400" cy="475500"/>
          </a:xfrm>
          <a:prstGeom prst="rect">
            <a:avLst/>
          </a:prstGeom>
          <a:solidFill>
            <a:srgbClr val="F5EFE0"/>
          </a:solidFill>
          <a:ln cap="flat" cmpd="sng" w="12700">
            <a:solidFill>
              <a:srgbClr val="D4C4A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8B5E3C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32"/>
          <p:cNvSpPr/>
          <p:nvPr/>
        </p:nvSpPr>
        <p:spPr>
          <a:xfrm>
            <a:off x="4754880" y="1664208"/>
            <a:ext cx="347400" cy="475500"/>
          </a:xfrm>
          <a:prstGeom prst="rect">
            <a:avLst/>
          </a:prstGeom>
          <a:solidFill>
            <a:srgbClr val="7D8C6E"/>
          </a:solidFill>
          <a:ln cap="flat" cmpd="sng" w="12700">
            <a:solidFill>
              <a:srgbClr val="7D8C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32"/>
          <p:cNvSpPr/>
          <p:nvPr/>
        </p:nvSpPr>
        <p:spPr>
          <a:xfrm>
            <a:off x="4754880" y="1664208"/>
            <a:ext cx="3474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F7EF"/>
              </a:buClr>
              <a:buSzPts val="1100"/>
              <a:buFont typeface="Georgia"/>
              <a:buNone/>
            </a:pPr>
            <a:r>
              <a:rPr b="0" i="0" lang="en" sz="1100" u="none" cap="none" strike="noStrike">
                <a:solidFill>
                  <a:srgbClr val="FBF7EF"/>
                </a:solidFill>
                <a:latin typeface="Georgia"/>
                <a:ea typeface="Georgia"/>
                <a:cs typeface="Georgia"/>
                <a:sym typeface="Georgia"/>
              </a:rPr>
              <a:t>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3" name="Google Shape;1303;p32"/>
          <p:cNvSpPr/>
          <p:nvPr/>
        </p:nvSpPr>
        <p:spPr>
          <a:xfrm>
            <a:off x="5166360" y="1700784"/>
            <a:ext cx="2377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Clean Salary Fields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4" name="Google Shape;1304;p32"/>
          <p:cNvSpPr/>
          <p:nvPr/>
        </p:nvSpPr>
        <p:spPr>
          <a:xfrm>
            <a:off x="5166360" y="1892808"/>
            <a:ext cx="2377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652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7A6652"/>
                </a:solidFill>
                <a:latin typeface="Calibri"/>
                <a:ea typeface="Calibri"/>
                <a:cs typeface="Calibri"/>
                <a:sym typeface="Calibri"/>
              </a:rPr>
              <a:t>Clip to $20K–$500K annual; flag valid salary rows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5" name="Google Shape;1305;p32"/>
          <p:cNvSpPr/>
          <p:nvPr/>
        </p:nvSpPr>
        <p:spPr>
          <a:xfrm>
            <a:off x="7790688" y="1773936"/>
            <a:ext cx="1188600" cy="255900"/>
          </a:xfrm>
          <a:prstGeom prst="rect">
            <a:avLst/>
          </a:prstGeom>
          <a:solidFill>
            <a:srgbClr val="E8DCC8"/>
          </a:solidFill>
          <a:ln cap="flat" cmpd="sng" w="12700">
            <a:solidFill>
              <a:srgbClr val="D4C4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32"/>
          <p:cNvSpPr/>
          <p:nvPr/>
        </p:nvSpPr>
        <p:spPr>
          <a:xfrm>
            <a:off x="7790688" y="1773936"/>
            <a:ext cx="1188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E3C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8B5E3C"/>
                </a:solidFill>
                <a:latin typeface="Calibri"/>
                <a:ea typeface="Calibri"/>
                <a:cs typeface="Calibri"/>
                <a:sym typeface="Calibri"/>
              </a:rPr>
              <a:t>42.5% have salary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7" name="Google Shape;1307;p32"/>
          <p:cNvSpPr/>
          <p:nvPr/>
        </p:nvSpPr>
        <p:spPr>
          <a:xfrm>
            <a:off x="4754880" y="2194560"/>
            <a:ext cx="4160400" cy="475500"/>
          </a:xfrm>
          <a:prstGeom prst="rect">
            <a:avLst/>
          </a:prstGeom>
          <a:solidFill>
            <a:srgbClr val="F5EFE0"/>
          </a:solidFill>
          <a:ln cap="flat" cmpd="sng" w="12700">
            <a:solidFill>
              <a:srgbClr val="D4C4A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8B5E3C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Google Shape;1308;p32"/>
          <p:cNvSpPr/>
          <p:nvPr/>
        </p:nvSpPr>
        <p:spPr>
          <a:xfrm>
            <a:off x="4754880" y="2194560"/>
            <a:ext cx="347400" cy="475500"/>
          </a:xfrm>
          <a:prstGeom prst="rect">
            <a:avLst/>
          </a:prstGeom>
          <a:solidFill>
            <a:srgbClr val="8B5E3C"/>
          </a:solidFill>
          <a:ln cap="flat" cmpd="sng" w="12700">
            <a:solidFill>
              <a:srgbClr val="8B5E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9" name="Google Shape;1309;p32"/>
          <p:cNvSpPr/>
          <p:nvPr/>
        </p:nvSpPr>
        <p:spPr>
          <a:xfrm>
            <a:off x="4754880" y="2194560"/>
            <a:ext cx="3474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F7EF"/>
              </a:buClr>
              <a:buSzPts val="1100"/>
              <a:buFont typeface="Georgia"/>
              <a:buNone/>
            </a:pPr>
            <a:r>
              <a:rPr b="0" i="0" lang="en" sz="1100" u="none" cap="none" strike="noStrike">
                <a:solidFill>
                  <a:srgbClr val="FBF7EF"/>
                </a:solidFill>
                <a:latin typeface="Georgia"/>
                <a:ea typeface="Georgia"/>
                <a:cs typeface="Georgia"/>
                <a:sym typeface="Georgia"/>
              </a:rPr>
              <a:t>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0" name="Google Shape;1310;p32"/>
          <p:cNvSpPr/>
          <p:nvPr/>
        </p:nvSpPr>
        <p:spPr>
          <a:xfrm>
            <a:off x="5166360" y="2231136"/>
            <a:ext cx="2377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Remote Work Categories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1" name="Google Shape;1311;p32"/>
          <p:cNvSpPr/>
          <p:nvPr/>
        </p:nvSpPr>
        <p:spPr>
          <a:xfrm>
            <a:off x="5166360" y="2423160"/>
            <a:ext cx="2377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652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7A6652"/>
                </a:solidFill>
                <a:latin typeface="Calibri"/>
                <a:ea typeface="Calibri"/>
                <a:cs typeface="Calibri"/>
                <a:sym typeface="Calibri"/>
              </a:rPr>
              <a:t>Collapse to: Remote · Hybrid · On-site (null = On-site)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2" name="Google Shape;1312;p32"/>
          <p:cNvSpPr/>
          <p:nvPr/>
        </p:nvSpPr>
        <p:spPr>
          <a:xfrm>
            <a:off x="7790688" y="2304288"/>
            <a:ext cx="1188600" cy="255900"/>
          </a:xfrm>
          <a:prstGeom prst="rect">
            <a:avLst/>
          </a:prstGeom>
          <a:solidFill>
            <a:srgbClr val="E8DCC8"/>
          </a:solidFill>
          <a:ln cap="flat" cmpd="sng" w="12700">
            <a:solidFill>
              <a:srgbClr val="D4C4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3" name="Google Shape;1313;p32"/>
          <p:cNvSpPr/>
          <p:nvPr/>
        </p:nvSpPr>
        <p:spPr>
          <a:xfrm>
            <a:off x="7790688" y="2304288"/>
            <a:ext cx="1188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E3C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8B5E3C"/>
                </a:solidFill>
                <a:latin typeface="Calibri"/>
                <a:ea typeface="Calibri"/>
                <a:cs typeface="Calibri"/>
                <a:sym typeface="Calibri"/>
              </a:rPr>
              <a:t>Remote: 15,884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4" name="Google Shape;1314;p32"/>
          <p:cNvSpPr/>
          <p:nvPr/>
        </p:nvSpPr>
        <p:spPr>
          <a:xfrm>
            <a:off x="4754880" y="2724912"/>
            <a:ext cx="4160400" cy="475500"/>
          </a:xfrm>
          <a:prstGeom prst="rect">
            <a:avLst/>
          </a:prstGeom>
          <a:solidFill>
            <a:srgbClr val="F5EFE0"/>
          </a:solidFill>
          <a:ln cap="flat" cmpd="sng" w="12700">
            <a:solidFill>
              <a:srgbClr val="D4C4A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8B5E3C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p32"/>
          <p:cNvSpPr/>
          <p:nvPr/>
        </p:nvSpPr>
        <p:spPr>
          <a:xfrm>
            <a:off x="4754880" y="2724912"/>
            <a:ext cx="347400" cy="475500"/>
          </a:xfrm>
          <a:prstGeom prst="rect">
            <a:avLst/>
          </a:prstGeom>
          <a:solidFill>
            <a:srgbClr val="7D8C6E"/>
          </a:solidFill>
          <a:ln cap="flat" cmpd="sng" w="12700">
            <a:solidFill>
              <a:srgbClr val="7D8C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6" name="Google Shape;1316;p32"/>
          <p:cNvSpPr/>
          <p:nvPr/>
        </p:nvSpPr>
        <p:spPr>
          <a:xfrm>
            <a:off x="4754880" y="2724912"/>
            <a:ext cx="3474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F7EF"/>
              </a:buClr>
              <a:buSzPts val="1100"/>
              <a:buFont typeface="Georgia"/>
              <a:buNone/>
            </a:pPr>
            <a:r>
              <a:rPr b="0" i="0" lang="en" sz="1100" u="none" cap="none" strike="noStrike">
                <a:solidFill>
                  <a:srgbClr val="FBF7EF"/>
                </a:solidFill>
                <a:latin typeface="Georgia"/>
                <a:ea typeface="Georgia"/>
                <a:cs typeface="Georgia"/>
                <a:sym typeface="Georgia"/>
              </a:rPr>
              <a:t>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7" name="Google Shape;1317;p32"/>
          <p:cNvSpPr/>
          <p:nvPr/>
        </p:nvSpPr>
        <p:spPr>
          <a:xfrm>
            <a:off x="5166360" y="2761488"/>
            <a:ext cx="2377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Parse Skills (JSON)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8" name="Google Shape;1318;p32"/>
          <p:cNvSpPr/>
          <p:nvPr/>
        </p:nvSpPr>
        <p:spPr>
          <a:xfrm>
            <a:off x="5166360" y="2953512"/>
            <a:ext cx="2377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652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7A6652"/>
                </a:solidFill>
                <a:latin typeface="Calibri"/>
                <a:ea typeface="Calibri"/>
                <a:cs typeface="Calibri"/>
                <a:sym typeface="Calibri"/>
              </a:rPr>
              <a:t>Lightcast stores skills as JSON arrays — parse to clean Python lists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9" name="Google Shape;1319;p32"/>
          <p:cNvSpPr/>
          <p:nvPr/>
        </p:nvSpPr>
        <p:spPr>
          <a:xfrm>
            <a:off x="4754880" y="3255264"/>
            <a:ext cx="4160400" cy="475500"/>
          </a:xfrm>
          <a:prstGeom prst="rect">
            <a:avLst/>
          </a:prstGeom>
          <a:solidFill>
            <a:srgbClr val="F5EFE0"/>
          </a:solidFill>
          <a:ln cap="flat" cmpd="sng" w="12700">
            <a:solidFill>
              <a:srgbClr val="D4C4A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8B5E3C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0" name="Google Shape;1320;p32"/>
          <p:cNvSpPr/>
          <p:nvPr/>
        </p:nvSpPr>
        <p:spPr>
          <a:xfrm>
            <a:off x="4754880" y="3255264"/>
            <a:ext cx="347400" cy="475500"/>
          </a:xfrm>
          <a:prstGeom prst="rect">
            <a:avLst/>
          </a:prstGeom>
          <a:solidFill>
            <a:srgbClr val="8B5E3C"/>
          </a:solidFill>
          <a:ln cap="flat" cmpd="sng" w="12700">
            <a:solidFill>
              <a:srgbClr val="8B5E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1" name="Google Shape;1321;p32"/>
          <p:cNvSpPr/>
          <p:nvPr/>
        </p:nvSpPr>
        <p:spPr>
          <a:xfrm>
            <a:off x="4754880" y="3255264"/>
            <a:ext cx="3474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F7EF"/>
              </a:buClr>
              <a:buSzPts val="1100"/>
              <a:buFont typeface="Georgia"/>
              <a:buNone/>
            </a:pPr>
            <a:r>
              <a:rPr b="0" i="0" lang="en" sz="1100" u="none" cap="none" strike="noStrike">
                <a:solidFill>
                  <a:srgbClr val="FBF7EF"/>
                </a:solidFill>
                <a:latin typeface="Georgia"/>
                <a:ea typeface="Georgia"/>
                <a:cs typeface="Georgia"/>
                <a:sym typeface="Georgia"/>
              </a:rPr>
              <a:t>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2" name="Google Shape;1322;p32"/>
          <p:cNvSpPr/>
          <p:nvPr/>
        </p:nvSpPr>
        <p:spPr>
          <a:xfrm>
            <a:off x="5166360" y="3291840"/>
            <a:ext cx="2377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Standardize Geography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3" name="Google Shape;1323;p32"/>
          <p:cNvSpPr/>
          <p:nvPr/>
        </p:nvSpPr>
        <p:spPr>
          <a:xfrm>
            <a:off x="5166360" y="3483864"/>
            <a:ext cx="2377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652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7A6652"/>
                </a:solidFill>
                <a:latin typeface="Calibri"/>
                <a:ea typeface="Calibri"/>
                <a:cs typeface="Calibri"/>
                <a:sym typeface="Calibri"/>
              </a:rPr>
              <a:t>Strip whitespace and fix casing on state, city, county, MSA fields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4" name="Google Shape;1324;p32"/>
          <p:cNvSpPr/>
          <p:nvPr/>
        </p:nvSpPr>
        <p:spPr>
          <a:xfrm>
            <a:off x="7790688" y="3364992"/>
            <a:ext cx="1188600" cy="255900"/>
          </a:xfrm>
          <a:prstGeom prst="rect">
            <a:avLst/>
          </a:prstGeom>
          <a:solidFill>
            <a:srgbClr val="E8DCC8"/>
          </a:solidFill>
          <a:ln cap="flat" cmpd="sng" w="12700">
            <a:solidFill>
              <a:srgbClr val="D4C4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p32"/>
          <p:cNvSpPr/>
          <p:nvPr/>
        </p:nvSpPr>
        <p:spPr>
          <a:xfrm>
            <a:off x="7790688" y="3364992"/>
            <a:ext cx="1188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E3C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8B5E3C"/>
                </a:solidFill>
                <a:latin typeface="Calibri"/>
                <a:ea typeface="Calibri"/>
                <a:cs typeface="Calibri"/>
                <a:sym typeface="Calibri"/>
              </a:rPr>
              <a:t>51 states covered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6" name="Google Shape;1326;p32"/>
          <p:cNvSpPr/>
          <p:nvPr/>
        </p:nvSpPr>
        <p:spPr>
          <a:xfrm>
            <a:off x="320105" y="4389000"/>
            <a:ext cx="8503800" cy="640200"/>
          </a:xfrm>
          <a:prstGeom prst="rect">
            <a:avLst/>
          </a:prstGeom>
          <a:solidFill>
            <a:srgbClr val="3D2B1F"/>
          </a:solidFill>
          <a:ln cap="flat" cmpd="sng" w="12700">
            <a:solidFill>
              <a:srgbClr val="3D2B1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8B5E3C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7" name="Google Shape;1327;p32"/>
          <p:cNvSpPr/>
          <p:nvPr/>
        </p:nvSpPr>
        <p:spPr>
          <a:xfrm>
            <a:off x="320105" y="4425576"/>
            <a:ext cx="201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DCC8"/>
              </a:buClr>
              <a:buSzPts val="1600"/>
              <a:buFont typeface="Georgia"/>
              <a:buNone/>
            </a:pPr>
            <a:r>
              <a:rPr b="0" i="0" lang="en" sz="1600" u="none" cap="none" strike="noStrike">
                <a:solidFill>
                  <a:srgbClr val="E8DCC8"/>
                </a:solidFill>
                <a:latin typeface="Georgia"/>
                <a:ea typeface="Georgia"/>
                <a:cs typeface="Georgia"/>
                <a:sym typeface="Georgia"/>
              </a:rPr>
              <a:t>72,454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8" name="Google Shape;1328;p32"/>
          <p:cNvSpPr/>
          <p:nvPr/>
        </p:nvSpPr>
        <p:spPr>
          <a:xfrm>
            <a:off x="320105" y="4718184"/>
            <a:ext cx="2011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C4A8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D4C4A8"/>
                </a:solidFill>
                <a:latin typeface="Calibri"/>
                <a:ea typeface="Calibri"/>
                <a:cs typeface="Calibri"/>
                <a:sym typeface="Calibri"/>
              </a:rPr>
              <a:t>Clean rows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9" name="Google Shape;1329;p32"/>
          <p:cNvSpPr/>
          <p:nvPr/>
        </p:nvSpPr>
        <p:spPr>
          <a:xfrm>
            <a:off x="2331785" y="4480440"/>
            <a:ext cx="13800" cy="457200"/>
          </a:xfrm>
          <a:prstGeom prst="rect">
            <a:avLst/>
          </a:prstGeom>
          <a:solidFill>
            <a:srgbClr val="7A6652">
              <a:alpha val="50199"/>
            </a:srgbClr>
          </a:solidFill>
          <a:ln cap="flat" cmpd="sng" w="12700">
            <a:solidFill>
              <a:srgbClr val="7A6652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32"/>
          <p:cNvSpPr/>
          <p:nvPr/>
        </p:nvSpPr>
        <p:spPr>
          <a:xfrm>
            <a:off x="2468945" y="4425576"/>
            <a:ext cx="201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DCC8"/>
              </a:buClr>
              <a:buSzPts val="1600"/>
              <a:buFont typeface="Georgia"/>
              <a:buNone/>
            </a:pPr>
            <a:r>
              <a:rPr b="0" i="0" lang="en" sz="1600" u="none" cap="none" strike="noStrike">
                <a:solidFill>
                  <a:srgbClr val="E8DCC8"/>
                </a:solidFill>
                <a:latin typeface="Georgia"/>
                <a:ea typeface="Georgia"/>
                <a:cs typeface="Georgia"/>
                <a:sym typeface="Georgia"/>
              </a:rPr>
              <a:t>29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1" name="Google Shape;1331;p32"/>
          <p:cNvSpPr/>
          <p:nvPr/>
        </p:nvSpPr>
        <p:spPr>
          <a:xfrm>
            <a:off x="2468945" y="4718184"/>
            <a:ext cx="2011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C4A8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D4C4A8"/>
                </a:solidFill>
                <a:latin typeface="Calibri"/>
                <a:ea typeface="Calibri"/>
                <a:cs typeface="Calibri"/>
                <a:sym typeface="Calibri"/>
              </a:rPr>
              <a:t>Final columns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2" name="Google Shape;1332;p32"/>
          <p:cNvSpPr/>
          <p:nvPr/>
        </p:nvSpPr>
        <p:spPr>
          <a:xfrm>
            <a:off x="4480625" y="4480440"/>
            <a:ext cx="13800" cy="457200"/>
          </a:xfrm>
          <a:prstGeom prst="rect">
            <a:avLst/>
          </a:prstGeom>
          <a:solidFill>
            <a:srgbClr val="7A6652">
              <a:alpha val="50199"/>
            </a:srgbClr>
          </a:solidFill>
          <a:ln cap="flat" cmpd="sng" w="12700">
            <a:solidFill>
              <a:srgbClr val="7A6652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3" name="Google Shape;1333;p32"/>
          <p:cNvSpPr/>
          <p:nvPr/>
        </p:nvSpPr>
        <p:spPr>
          <a:xfrm>
            <a:off x="4617785" y="4425576"/>
            <a:ext cx="201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DCC8"/>
              </a:buClr>
              <a:buSzPts val="1600"/>
              <a:buFont typeface="Georgia"/>
              <a:buNone/>
            </a:pPr>
            <a:r>
              <a:rPr b="0" i="0" lang="en" sz="1600" u="none" cap="none" strike="noStrike">
                <a:solidFill>
                  <a:srgbClr val="E8DCC8"/>
                </a:solidFill>
                <a:latin typeface="Georgia"/>
                <a:ea typeface="Georgia"/>
                <a:cs typeface="Georgia"/>
                <a:sym typeface="Georgia"/>
              </a:rPr>
              <a:t>May–Sep 2024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4" name="Google Shape;1334;p32"/>
          <p:cNvSpPr/>
          <p:nvPr/>
        </p:nvSpPr>
        <p:spPr>
          <a:xfrm>
            <a:off x="4617785" y="4718184"/>
            <a:ext cx="2011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C4A8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D4C4A8"/>
                </a:solidFill>
                <a:latin typeface="Calibri"/>
                <a:ea typeface="Calibri"/>
                <a:cs typeface="Calibri"/>
                <a:sym typeface="Calibri"/>
              </a:rPr>
              <a:t>Date range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5" name="Google Shape;1335;p32"/>
          <p:cNvSpPr/>
          <p:nvPr/>
        </p:nvSpPr>
        <p:spPr>
          <a:xfrm>
            <a:off x="6629465" y="4480440"/>
            <a:ext cx="13800" cy="457200"/>
          </a:xfrm>
          <a:prstGeom prst="rect">
            <a:avLst/>
          </a:prstGeom>
          <a:solidFill>
            <a:srgbClr val="7A6652">
              <a:alpha val="50199"/>
            </a:srgbClr>
          </a:solidFill>
          <a:ln cap="flat" cmpd="sng" w="12700">
            <a:solidFill>
              <a:srgbClr val="7A6652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32"/>
          <p:cNvSpPr/>
          <p:nvPr/>
        </p:nvSpPr>
        <p:spPr>
          <a:xfrm>
            <a:off x="6766625" y="4425576"/>
            <a:ext cx="201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DCC8"/>
              </a:buClr>
              <a:buSzPts val="1600"/>
              <a:buFont typeface="Georgia"/>
              <a:buNone/>
            </a:pPr>
            <a:r>
              <a:rPr b="0" i="0" lang="en" sz="1600" u="none" cap="none" strike="noStrike">
                <a:solidFill>
                  <a:srgbClr val="E8DCC8"/>
                </a:solidFill>
                <a:latin typeface="Georgia"/>
                <a:ea typeface="Georgia"/>
                <a:cs typeface="Georgia"/>
                <a:sym typeface="Georgia"/>
              </a:rPr>
              <a:t>5,719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7" name="Google Shape;1337;p32"/>
          <p:cNvSpPr/>
          <p:nvPr/>
        </p:nvSpPr>
        <p:spPr>
          <a:xfrm>
            <a:off x="6766625" y="4718184"/>
            <a:ext cx="2011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C4A8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D4C4A8"/>
                </a:solidFill>
                <a:latin typeface="Calibri"/>
                <a:ea typeface="Calibri"/>
                <a:cs typeface="Calibri"/>
                <a:sym typeface="Calibri"/>
              </a:rPr>
              <a:t>Unique job titles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EF"/>
        </a:solidFill>
      </p:bgPr>
    </p:bg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p33"/>
          <p:cNvSpPr/>
          <p:nvPr/>
        </p:nvSpPr>
        <p:spPr>
          <a:xfrm>
            <a:off x="549775" y="150250"/>
            <a:ext cx="66495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3600"/>
              <a:buFont typeface="Georgia"/>
              <a:buNone/>
            </a:pPr>
            <a:r>
              <a:rPr lang="en" sz="3600">
                <a:solidFill>
                  <a:srgbClr val="3D2B1F"/>
                </a:solidFill>
                <a:latin typeface="Georgia"/>
                <a:ea typeface="Georgia"/>
                <a:cs typeface="Georgia"/>
                <a:sym typeface="Georgia"/>
              </a:rPr>
              <a:t>4 Research Questions &amp; EDA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4" name="Google Shape;134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7250" y="875850"/>
            <a:ext cx="5627728" cy="402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C2415"/>
        </a:solidFill>
      </p:bgPr>
    </p:bg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34"/>
          <p:cNvSpPr/>
          <p:nvPr/>
        </p:nvSpPr>
        <p:spPr>
          <a:xfrm>
            <a:off x="731520" y="10972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B8860B"/>
                </a:solidFill>
                <a:latin typeface="Calibri"/>
                <a:ea typeface="Calibri"/>
                <a:cs typeface="Calibri"/>
                <a:sym typeface="Calibri"/>
              </a:rPr>
              <a:t>RESEARCH QUESTION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1" name="Google Shape;1351;p34"/>
          <p:cNvSpPr/>
          <p:nvPr/>
        </p:nvSpPr>
        <p:spPr>
          <a:xfrm>
            <a:off x="731520" y="1645920"/>
            <a:ext cx="77724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0" i="0" lang="en" sz="3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Which U.S. Cities or States Have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0" i="0" lang="en" sz="3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Highest Job Growth for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0" i="0" lang="en" sz="3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AI vs. Non-AI Careers?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2" name="Google Shape;1352;p34"/>
          <p:cNvSpPr/>
          <p:nvPr/>
        </p:nvSpPr>
        <p:spPr>
          <a:xfrm>
            <a:off x="731520" y="40233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300"/>
              <a:buFont typeface="Calibri"/>
              <a:buNone/>
            </a:pPr>
            <a:r>
              <a:rPr b="0" i="1" lang="en" sz="13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Ricardo Marin Fernández-Conde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7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p35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600"/>
              <a:buFont typeface="Georgia"/>
              <a:buNone/>
            </a:pPr>
            <a:r>
              <a:rPr b="1" i="0" lang="en" sz="2600" u="none" cap="none" strike="noStrike">
                <a:solidFill>
                  <a:srgbClr val="2C2C2C"/>
                </a:solidFill>
                <a:latin typeface="Georgia"/>
                <a:ea typeface="Georgia"/>
                <a:cs typeface="Georgia"/>
                <a:sym typeface="Georgia"/>
              </a:rPr>
              <a:t>Methodology &amp; AI Labeling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fig01_pie.png" id="1359" name="Google Shape;135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750" y="1005850"/>
            <a:ext cx="4550125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0" name="Google Shape;1360;p35"/>
          <p:cNvSpPr/>
          <p:nvPr/>
        </p:nvSpPr>
        <p:spPr>
          <a:xfrm>
            <a:off x="4754880" y="1005840"/>
            <a:ext cx="4023360" cy="32004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1" name="Google Shape;1361;p35"/>
          <p:cNvSpPr/>
          <p:nvPr/>
        </p:nvSpPr>
        <p:spPr>
          <a:xfrm>
            <a:off x="4983480" y="1188720"/>
            <a:ext cx="356616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72,454 Lightcast postings</a:t>
            </a:r>
            <a:br>
              <a:rPr b="1" i="0" lang="en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1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May–Sep 2024</a:t>
            </a:r>
            <a:br>
              <a:rPr b="0" i="0" lang="en" sz="11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" sz="11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12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21 keyword patterns</a:t>
            </a:r>
            <a:br>
              <a:rPr b="1" i="0" lang="en" sz="12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2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ML, deep learning, NLP, computer vision, PyTorch, TensorFlow, LLM, generative AI</a:t>
            </a:r>
            <a:br>
              <a:rPr b="0" i="0" lang="en" sz="12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" sz="12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1200" u="none" cap="none" strike="noStrike">
                <a:solidFill>
                  <a:srgbClr val="3498DB"/>
                </a:solidFill>
                <a:latin typeface="Calibri"/>
                <a:ea typeface="Calibri"/>
                <a:cs typeface="Calibri"/>
                <a:sym typeface="Calibri"/>
              </a:rPr>
              <a:t>~16% classified as AI-Related</a:t>
            </a:r>
            <a:br>
              <a:rPr b="1" i="0" lang="en" sz="1200" u="none" cap="none" strike="noStrike">
                <a:solidFill>
                  <a:srgbClr val="3498D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" sz="10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Stanford AI Index: 1.4% → 1.8% nationally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6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p36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600"/>
              <a:buFont typeface="Georgia"/>
              <a:buNone/>
            </a:pPr>
            <a:r>
              <a:rPr b="1" i="0" lang="en" sz="2600" u="none" cap="none" strike="noStrike">
                <a:solidFill>
                  <a:srgbClr val="2C2C2C"/>
                </a:solidFill>
                <a:latin typeface="Georgia"/>
                <a:ea typeface="Georgia"/>
                <a:cs typeface="Georgia"/>
                <a:sym typeface="Georgia"/>
              </a:rPr>
              <a:t>Top States: AI vs. Non-AI Volume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fig02_states.png" id="1368" name="Google Shape;136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" y="960120"/>
            <a:ext cx="5943600" cy="3749040"/>
          </a:xfrm>
          <a:prstGeom prst="rect">
            <a:avLst/>
          </a:prstGeom>
          <a:noFill/>
          <a:ln>
            <a:noFill/>
          </a:ln>
        </p:spPr>
      </p:pic>
      <p:sp>
        <p:nvSpPr>
          <p:cNvPr id="1369" name="Google Shape;1369;p36"/>
          <p:cNvSpPr/>
          <p:nvPr/>
        </p:nvSpPr>
        <p:spPr>
          <a:xfrm>
            <a:off x="6309360" y="1097280"/>
            <a:ext cx="2560320" cy="347472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36"/>
          <p:cNvSpPr/>
          <p:nvPr/>
        </p:nvSpPr>
        <p:spPr>
          <a:xfrm>
            <a:off x="6492240" y="1280160"/>
            <a:ext cx="219456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br>
              <a:rPr b="1" i="0" lang="en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i="0" lang="en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CA &amp; WA have a higher AI share relative to their total</a:t>
            </a:r>
            <a:br>
              <a:rPr b="0" i="0" lang="en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FL &amp; OH are overwhelmingly non-AI</a:t>
            </a:r>
            <a:br>
              <a:rPr b="0" i="0" lang="en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" sz="10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Matches UMD-LinkUp: CA, TX, VA, NY, MA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5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p37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600"/>
              <a:buFont typeface="Georgia"/>
              <a:buNone/>
            </a:pPr>
            <a:r>
              <a:rPr b="1" i="0" lang="en" sz="2600" u="none" cap="none" strike="noStrike">
                <a:solidFill>
                  <a:srgbClr val="2C2C2C"/>
                </a:solidFill>
                <a:latin typeface="Georgia"/>
                <a:ea typeface="Georgia"/>
                <a:cs typeface="Georgia"/>
                <a:sym typeface="Georgia"/>
              </a:rPr>
              <a:t>AI Intensity: Which States Specialize?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fig03_intensity.png" id="1377" name="Google Shape;137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" y="960120"/>
            <a:ext cx="5303520" cy="3749040"/>
          </a:xfrm>
          <a:prstGeom prst="rect">
            <a:avLst/>
          </a:prstGeom>
          <a:noFill/>
          <a:ln>
            <a:noFill/>
          </a:ln>
        </p:spPr>
      </p:pic>
      <p:sp>
        <p:nvSpPr>
          <p:cNvPr id="1378" name="Google Shape;1378;p37"/>
          <p:cNvSpPr/>
          <p:nvPr/>
        </p:nvSpPr>
        <p:spPr>
          <a:xfrm>
            <a:off x="5760720" y="1097280"/>
            <a:ext cx="3108960" cy="347472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9" name="Google Shape;1379;p37"/>
          <p:cNvSpPr/>
          <p:nvPr/>
        </p:nvSpPr>
        <p:spPr>
          <a:xfrm>
            <a:off x="5943600" y="1280160"/>
            <a:ext cx="274320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Volume ≠ Intensity</a:t>
            </a:r>
            <a:br>
              <a:rPr b="1" i="0" lang="en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i="0" lang="en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MD, DC, WY &amp; HI lead in AI share</a:t>
            </a:r>
            <a:br>
              <a:rPr b="0" i="0" lang="en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TX &amp; FL drop out — AI gets diluted by non-AI volume</a:t>
            </a:r>
            <a:br>
              <a:rPr b="0" i="0" lang="en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" sz="10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UMD-LinkUp confirms: DC, VA, WA lead intensity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p38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600"/>
              <a:buFont typeface="Georgia"/>
              <a:buNone/>
            </a:pPr>
            <a:r>
              <a:rPr b="1" i="0" lang="en" sz="2600" u="none" cap="none" strike="noStrike">
                <a:solidFill>
                  <a:srgbClr val="2C2C2C"/>
                </a:solidFill>
                <a:latin typeface="Georgia"/>
                <a:ea typeface="Georgia"/>
                <a:cs typeface="Georgia"/>
                <a:sym typeface="Georgia"/>
              </a:rPr>
              <a:t>Metro-Level: Where AI Hiring Concentrates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fig05_metro_vol.png" id="1386" name="Google Shape;1386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" y="914400"/>
            <a:ext cx="5669280" cy="3840480"/>
          </a:xfrm>
          <a:prstGeom prst="rect">
            <a:avLst/>
          </a:prstGeom>
          <a:noFill/>
          <a:ln>
            <a:noFill/>
          </a:ln>
        </p:spPr>
      </p:pic>
      <p:sp>
        <p:nvSpPr>
          <p:cNvPr id="1387" name="Google Shape;1387;p38"/>
          <p:cNvSpPr/>
          <p:nvPr/>
        </p:nvSpPr>
        <p:spPr>
          <a:xfrm>
            <a:off x="5943600" y="1097280"/>
            <a:ext cx="2926080" cy="14173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8" name="Google Shape;1388;p38"/>
          <p:cNvSpPr/>
          <p:nvPr/>
        </p:nvSpPr>
        <p:spPr>
          <a:xfrm>
            <a:off x="6126480" y="118872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1300"/>
              <a:buFont typeface="Georgia"/>
              <a:buNone/>
            </a:pPr>
            <a:r>
              <a:rPr b="1" i="0" lang="en" sz="1300" u="none" cap="none" strike="noStrike">
                <a:solidFill>
                  <a:srgbClr val="3498DB"/>
                </a:solidFill>
                <a:latin typeface="Georgia"/>
                <a:ea typeface="Georgia"/>
                <a:cs typeface="Georgia"/>
                <a:sym typeface="Georgia"/>
              </a:rPr>
              <a:t>Top 3: Diversified Metros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9" name="Google Shape;1389;p38"/>
          <p:cNvSpPr/>
          <p:nvPr/>
        </p:nvSpPr>
        <p:spPr>
          <a:xfrm>
            <a:off x="6126480" y="150876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DC, NYC, Dallas-FW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Defense, finance, corporate services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0" name="Google Shape;1390;p38"/>
          <p:cNvSpPr/>
          <p:nvPr/>
        </p:nvSpPr>
        <p:spPr>
          <a:xfrm>
            <a:off x="5943600" y="2697480"/>
            <a:ext cx="2926080" cy="141732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1" name="Google Shape;1391;p38"/>
          <p:cNvSpPr/>
          <p:nvPr/>
        </p:nvSpPr>
        <p:spPr>
          <a:xfrm>
            <a:off x="6126480" y="278892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300"/>
              <a:buFont typeface="Georgia"/>
              <a:buNone/>
            </a:pPr>
            <a:r>
              <a:rPr b="1" i="0" lang="en" sz="1300" u="none" cap="none" strike="noStrike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Also Notable: Tech Hubs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2" name="Google Shape;1392;p38"/>
          <p:cNvSpPr/>
          <p:nvPr/>
        </p:nvSpPr>
        <p:spPr>
          <a:xfrm>
            <a:off x="6126480" y="310896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SF (#6), Boston (#7), San Jose (#9)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Rank lower than expected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p39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600"/>
              <a:buFont typeface="Georgia"/>
              <a:buNone/>
            </a:pPr>
            <a:r>
              <a:rPr b="1" i="0" lang="en" sz="2600" u="none" cap="none" strike="noStrike">
                <a:solidFill>
                  <a:srgbClr val="2C2C2C"/>
                </a:solidFill>
                <a:latin typeface="Georgia"/>
                <a:ea typeface="Georgia"/>
                <a:cs typeface="Georgia"/>
                <a:sym typeface="Georgia"/>
              </a:rPr>
              <a:t>The AI Salary Premium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fig07_salary_box.png" id="1399" name="Google Shape;139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" y="960120"/>
            <a:ext cx="4114800" cy="2926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fig08_salary_state.png" id="1400" name="Google Shape;1400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80560" y="960120"/>
            <a:ext cx="4389120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1401" name="Google Shape;1401;p39"/>
          <p:cNvSpPr/>
          <p:nvPr/>
        </p:nvSpPr>
        <p:spPr>
          <a:xfrm>
            <a:off x="548640" y="40233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AI roles pay more in every state. ITIF: 16.7% wage growth in AI sectors vs. 7.5% nationally since 2022.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p40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600"/>
              <a:buFont typeface="Georgia"/>
              <a:buNone/>
            </a:pPr>
            <a:r>
              <a:rPr b="1" i="0" lang="en" sz="2600" u="none" cap="none" strike="noStrike">
                <a:solidFill>
                  <a:srgbClr val="2C2C2C"/>
                </a:solidFill>
                <a:latin typeface="Georgia"/>
                <a:ea typeface="Georgia"/>
                <a:cs typeface="Georgia"/>
                <a:sym typeface="Georgia"/>
              </a:rPr>
              <a:t>Top Skills: AI vs. Non-AI Postings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fig09_skills.png" id="1408" name="Google Shape;140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" y="914400"/>
            <a:ext cx="5943600" cy="3840480"/>
          </a:xfrm>
          <a:prstGeom prst="rect">
            <a:avLst/>
          </a:prstGeom>
          <a:noFill/>
          <a:ln>
            <a:noFill/>
          </a:ln>
        </p:spPr>
      </p:pic>
      <p:sp>
        <p:nvSpPr>
          <p:cNvPr id="1409" name="Google Shape;1409;p40"/>
          <p:cNvSpPr/>
          <p:nvPr/>
        </p:nvSpPr>
        <p:spPr>
          <a:xfrm>
            <a:off x="6217920" y="1097280"/>
            <a:ext cx="2651760" cy="347472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0" name="Google Shape;1410;p40"/>
          <p:cNvSpPr/>
          <p:nvPr/>
        </p:nvSpPr>
        <p:spPr>
          <a:xfrm>
            <a:off x="6400800" y="1280160"/>
            <a:ext cx="228600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Top (AI-dominant):</a:t>
            </a:r>
            <a:br>
              <a:rPr b="1" i="0" lang="en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Data Analysis, Data Science, SQL, Python, ML</a:t>
            </a:r>
            <a:br>
              <a:rPr b="0" i="0" lang="en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Middle (shared):</a:t>
            </a:r>
            <a:br>
              <a:rPr b="1" i="0" lang="en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Communication, Management, Tableau, Statistics</a:t>
            </a:r>
            <a:br>
              <a:rPr b="0" i="0" lang="en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Bottom (Non-AI only):</a:t>
            </a:r>
            <a:br>
              <a:rPr b="1" i="0" lang="en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Operations, Project Mgmt, SAP, Excel, Finance, Planning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C2415"/>
        </a:solidFill>
      </p:bgPr>
    </p:bg>
    <p:spTree>
      <p:nvGrpSpPr>
        <p:cNvPr id="1415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p41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Geographic Split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7" name="Google Shape;1417;p41"/>
          <p:cNvSpPr/>
          <p:nvPr/>
        </p:nvSpPr>
        <p:spPr>
          <a:xfrm>
            <a:off x="548640" y="9144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300"/>
              <a:buFont typeface="Calibri"/>
              <a:buNone/>
            </a:pPr>
            <a:r>
              <a:rPr b="0" i="1" lang="en" sz="13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AI careers and non-AI careers follow different geographic patterns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18" name="Google Shape;1418;p41"/>
          <p:cNvGraphicFramePr/>
          <p:nvPr/>
        </p:nvGraphicFramePr>
        <p:xfrm>
          <a:off x="548640" y="1417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{EEFD3062-623E-4AEE-B4DC-C4DD8B7240BA}</a:tableStyleId>
              </a:tblPr>
              <a:tblGrid>
                <a:gridCol w="1645925"/>
                <a:gridCol w="3200400"/>
                <a:gridCol w="320040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3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 Careers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Non-AI / Broad Growth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8281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2C2C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Leading States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2C2C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CA, TX, VA, WA, MA, NY, DC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2C2C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FL, TX, ID, WY, NV, AZ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DEC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2C2C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Leading Metros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2C2C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DC, NYC, Dallas-FW, Chicago, Atlanta, SF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2C2C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Dallas-FW, Austin, Tampa, Miami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DEC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2C2C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Main Drivers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2C2C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R&amp;D, defense, venture capital, elite universities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2C2C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Population growth, healthcare, construction, tourism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DEC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2C2C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Median Salary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2C2C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$90K - $160K+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2C2C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$50K - $100K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DEC"/>
                    </a:solidFill>
                  </a:tcPr>
                </a:tc>
              </a:tr>
            </a:tbl>
          </a:graphicData>
        </a:graphic>
      </p:graphicFrame>
      <p:sp>
        <p:nvSpPr>
          <p:cNvPr id="1419" name="Google Shape;1419;p41"/>
          <p:cNvSpPr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B8860B"/>
                </a:solidFill>
                <a:latin typeface="Calibri"/>
                <a:ea typeface="Calibri"/>
                <a:cs typeface="Calibri"/>
                <a:sym typeface="Calibri"/>
              </a:rPr>
              <a:t>Texas appears in both columns — the only state that bridges AI and broad growth.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42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600"/>
              <a:buFont typeface="Georgia"/>
              <a:buNone/>
            </a:pPr>
            <a:r>
              <a:rPr b="1" i="0" lang="en" sz="2600" u="none" cap="none" strike="noStrike">
                <a:solidFill>
                  <a:srgbClr val="2C2C2C"/>
                </a:solidFill>
                <a:latin typeface="Georgia"/>
                <a:ea typeface="Georgia"/>
                <a:cs typeface="Georgia"/>
                <a:sym typeface="Georgia"/>
              </a:rPr>
              <a:t>Skill Gap: Team vs. Market Demand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fig_heatmap_final.png" id="1426" name="Google Shape;142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" y="914400"/>
            <a:ext cx="5303520" cy="2560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fig_avg_final.png" id="1427" name="Google Shape;1427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03520" y="914400"/>
            <a:ext cx="3749040" cy="2560320"/>
          </a:xfrm>
          <a:prstGeom prst="rect">
            <a:avLst/>
          </a:prstGeom>
          <a:noFill/>
          <a:ln>
            <a:noFill/>
          </a:ln>
        </p:spPr>
      </p:pic>
      <p:sp>
        <p:nvSpPr>
          <p:cNvPr id="1428" name="Google Shape;1428;p42"/>
          <p:cNvSpPr/>
          <p:nvPr/>
        </p:nvSpPr>
        <p:spPr>
          <a:xfrm>
            <a:off x="548640" y="3657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Strongest: </a:t>
            </a:r>
            <a:r>
              <a:rPr b="0" i="0" lang="en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Excel (4.0), Python (3.6), Communication (3.4), SQL (3.4) — team exceeds market needs. </a:t>
            </a:r>
            <a:r>
              <a:rPr b="1" i="0" lang="en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Weakest: </a:t>
            </a:r>
            <a:r>
              <a:rPr b="0" i="0" lang="en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Docker (1.4), AWS (1.6), Spark (1.6), Deep Learning (1.6), NLP (1.6). </a:t>
            </a:r>
            <a:r>
              <a:rPr b="1" i="0" lang="en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Peer teaching: </a:t>
            </a:r>
            <a:r>
              <a:rPr b="0" i="0" lang="en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Yingyi &amp; Tianyi → Python &amp; ML | Omar → Excel &amp; Cloud | Ricardo → Communication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C2415"/>
        </a:solidFill>
      </p:bgPr>
    </p:bg>
    <p:spTree>
      <p:nvGrpSpPr>
        <p:cNvPr id="1433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p43"/>
          <p:cNvSpPr/>
          <p:nvPr/>
        </p:nvSpPr>
        <p:spPr>
          <a:xfrm>
            <a:off x="731520" y="54864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Key Takeaway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5" name="Google Shape;1435;p43"/>
          <p:cNvSpPr/>
          <p:nvPr/>
        </p:nvSpPr>
        <p:spPr>
          <a:xfrm>
            <a:off x="731520" y="109728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1500"/>
              <a:buFont typeface="Calibri"/>
              <a:buNone/>
            </a:pPr>
            <a:r>
              <a:rPr b="0" i="1" lang="en" sz="1500" u="none" cap="none" strike="noStrike">
                <a:solidFill>
                  <a:srgbClr val="B8860B"/>
                </a:solidFill>
                <a:latin typeface="Calibri"/>
                <a:ea typeface="Calibri"/>
                <a:cs typeface="Calibri"/>
                <a:sym typeface="Calibri"/>
              </a:rPr>
              <a:t>The U.S. labor market has two geographic tracks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6" name="Google Shape;1436;p43"/>
          <p:cNvSpPr/>
          <p:nvPr/>
        </p:nvSpPr>
        <p:spPr>
          <a:xfrm>
            <a:off x="731520" y="1737360"/>
            <a:ext cx="3474720" cy="182880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43"/>
          <p:cNvSpPr/>
          <p:nvPr/>
        </p:nvSpPr>
        <p:spPr>
          <a:xfrm>
            <a:off x="914400" y="182880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1800"/>
              <a:buFont typeface="Georgia"/>
              <a:buNone/>
            </a:pPr>
            <a:r>
              <a:rPr b="1" i="0" lang="en" sz="1800" u="none" cap="none" strike="noStrike">
                <a:solidFill>
                  <a:srgbClr val="3498DB"/>
                </a:solidFill>
                <a:latin typeface="Georgia"/>
                <a:ea typeface="Georgia"/>
                <a:cs typeface="Georgia"/>
                <a:sym typeface="Georgia"/>
              </a:rPr>
              <a:t>AI Track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8" name="Google Shape;1438;p43"/>
          <p:cNvSpPr/>
          <p:nvPr/>
        </p:nvSpPr>
        <p:spPr>
          <a:xfrm>
            <a:off x="914400" y="2240280"/>
            <a:ext cx="31089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5F0EB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F5F0EB"/>
                </a:solidFill>
                <a:latin typeface="Calibri"/>
                <a:ea typeface="Calibri"/>
                <a:cs typeface="Calibri"/>
                <a:sym typeface="Calibri"/>
              </a:rPr>
              <a:t>DC, NYC, Dallas, Chicago, Atlanta, SF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5F0EB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F5F0EB"/>
                </a:solidFill>
                <a:latin typeface="Calibri"/>
                <a:ea typeface="Calibri"/>
                <a:cs typeface="Calibri"/>
                <a:sym typeface="Calibri"/>
              </a:rPr>
              <a:t>CA, TX, VA, WA, MA, NY, DC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5F0EB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F5F0EB"/>
                </a:solidFill>
                <a:latin typeface="Calibri"/>
                <a:ea typeface="Calibri"/>
                <a:cs typeface="Calibri"/>
                <a:sym typeface="Calibri"/>
              </a:rPr>
              <a:t>Python, ML, cloud skills required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5F0EB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F5F0EB"/>
                </a:solidFill>
                <a:latin typeface="Calibri"/>
                <a:ea typeface="Calibri"/>
                <a:cs typeface="Calibri"/>
                <a:sym typeface="Calibri"/>
              </a:rPr>
              <a:t>Salaries $90K-$160K+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9" name="Google Shape;1439;p43"/>
          <p:cNvSpPr/>
          <p:nvPr/>
        </p:nvSpPr>
        <p:spPr>
          <a:xfrm>
            <a:off x="4754880" y="1737360"/>
            <a:ext cx="3474720" cy="1828800"/>
          </a:xfrm>
          <a:prstGeom prst="rect">
            <a:avLst/>
          </a:prstGeom>
          <a:solidFill>
            <a:srgbClr val="5E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43"/>
          <p:cNvSpPr/>
          <p:nvPr/>
        </p:nvSpPr>
        <p:spPr>
          <a:xfrm>
            <a:off x="4937760" y="182880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7373"/>
              </a:buClr>
              <a:buSzPts val="1800"/>
              <a:buFont typeface="Georgia"/>
              <a:buNone/>
            </a:pPr>
            <a:r>
              <a:rPr b="1" i="0" lang="en" sz="1800" u="none" cap="none" strike="noStrike">
                <a:solidFill>
                  <a:srgbClr val="E57373"/>
                </a:solidFill>
                <a:latin typeface="Georgia"/>
                <a:ea typeface="Georgia"/>
                <a:cs typeface="Georgia"/>
                <a:sym typeface="Georgia"/>
              </a:rPr>
              <a:t>Broad Growth Track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1" name="Google Shape;1441;p43"/>
          <p:cNvSpPr/>
          <p:nvPr/>
        </p:nvSpPr>
        <p:spPr>
          <a:xfrm>
            <a:off x="4937760" y="2240280"/>
            <a:ext cx="31089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5F0EB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F5F0EB"/>
                </a:solidFill>
                <a:latin typeface="Calibri"/>
                <a:ea typeface="Calibri"/>
                <a:cs typeface="Calibri"/>
                <a:sym typeface="Calibri"/>
              </a:rPr>
              <a:t>Sun Belt: FL, TX, ID, AZ, NV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5F0EB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F5F0EB"/>
                </a:solidFill>
                <a:latin typeface="Calibri"/>
                <a:ea typeface="Calibri"/>
                <a:cs typeface="Calibri"/>
                <a:sym typeface="Calibri"/>
              </a:rPr>
              <a:t>Healthcare, construction, services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5F0EB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F5F0EB"/>
                </a:solidFill>
                <a:latin typeface="Calibri"/>
                <a:ea typeface="Calibri"/>
                <a:cs typeface="Calibri"/>
                <a:sym typeface="Calibri"/>
              </a:rPr>
              <a:t>Communication, mgmt, Excel skills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5F0EB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F5F0EB"/>
                </a:solidFill>
                <a:latin typeface="Calibri"/>
                <a:ea typeface="Calibri"/>
                <a:cs typeface="Calibri"/>
                <a:sym typeface="Calibri"/>
              </a:rPr>
              <a:t>Salaries $50K-$100K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2" name="Google Shape;1442;p43"/>
          <p:cNvSpPr/>
          <p:nvPr/>
        </p:nvSpPr>
        <p:spPr>
          <a:xfrm>
            <a:off x="731520" y="3840480"/>
            <a:ext cx="7498080" cy="822960"/>
          </a:xfrm>
          <a:prstGeom prst="rect">
            <a:avLst/>
          </a:prstGeom>
          <a:solidFill>
            <a:srgbClr val="5C3D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3" name="Google Shape;1443;p43"/>
          <p:cNvSpPr/>
          <p:nvPr/>
        </p:nvSpPr>
        <p:spPr>
          <a:xfrm>
            <a:off x="914400" y="3931920"/>
            <a:ext cx="7132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B8860B"/>
                </a:solidFill>
                <a:latin typeface="Calibri"/>
                <a:ea typeface="Calibri"/>
                <a:cs typeface="Calibri"/>
                <a:sym typeface="Calibri"/>
              </a:rPr>
              <a:t>The Bridge: Texas </a:t>
            </a:r>
            <a:r>
              <a:rPr b="0" i="0" lang="en" sz="1300" u="none" cap="none" strike="noStrike">
                <a:solidFill>
                  <a:srgbClr val="F5F0EB"/>
                </a:solidFill>
                <a:latin typeface="Calibri"/>
                <a:ea typeface="Calibri"/>
                <a:cs typeface="Calibri"/>
                <a:sym typeface="Calibri"/>
              </a:rPr>
              <a:t>— #2 in AI volume, #2 in talent attraction, most jobs added in 2024. Austin &amp; Dallas-FW combine both tracks.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C2415"/>
        </a:solidFill>
      </p:bgPr>
    </p:bg>
    <p:spTree>
      <p:nvGrpSpPr>
        <p:cNvPr id="1448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p44"/>
          <p:cNvSpPr/>
          <p:nvPr/>
        </p:nvSpPr>
        <p:spPr>
          <a:xfrm>
            <a:off x="731520" y="10972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B8860B"/>
                </a:solidFill>
                <a:latin typeface="Calibri"/>
                <a:ea typeface="Calibri"/>
                <a:cs typeface="Calibri"/>
                <a:sym typeface="Calibri"/>
              </a:rPr>
              <a:t>RESEARCH QUESTION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0" name="Google Shape;1450;p44"/>
          <p:cNvSpPr/>
          <p:nvPr/>
        </p:nvSpPr>
        <p:spPr>
          <a:xfrm>
            <a:off x="731520" y="1645920"/>
            <a:ext cx="77724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lang="en" sz="3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Urban vs. Rural Job Markets for AI and Non-AI Careers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1" name="Google Shape;1451;p44"/>
          <p:cNvSpPr/>
          <p:nvPr/>
        </p:nvSpPr>
        <p:spPr>
          <a:xfrm>
            <a:off x="731520" y="4023360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300"/>
              <a:buFont typeface="Calibri"/>
              <a:buNone/>
            </a:pPr>
            <a:r>
              <a:rPr i="1" lang="en" sz="1300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Yingyi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5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6" name="Google Shape;1456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79413"/>
            <a:ext cx="4172225" cy="97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7" name="Google Shape;1457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819425"/>
            <a:ext cx="4829175" cy="3324076"/>
          </a:xfrm>
          <a:prstGeom prst="rect">
            <a:avLst/>
          </a:prstGeom>
          <a:noFill/>
          <a:ln>
            <a:noFill/>
          </a:ln>
        </p:spPr>
      </p:pic>
      <p:sp>
        <p:nvSpPr>
          <p:cNvPr id="1458" name="Google Shape;1458;p45"/>
          <p:cNvSpPr/>
          <p:nvPr/>
        </p:nvSpPr>
        <p:spPr>
          <a:xfrm>
            <a:off x="5091475" y="618288"/>
            <a:ext cx="3645600" cy="16278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9" name="Google Shape;1459;p45"/>
          <p:cNvSpPr txBox="1"/>
          <p:nvPr/>
        </p:nvSpPr>
        <p:spPr>
          <a:xfrm>
            <a:off x="5158900" y="700913"/>
            <a:ext cx="3862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Urban ≈ </a:t>
            </a:r>
            <a:r>
              <a:rPr b="1" lang="en" sz="2800">
                <a:solidFill>
                  <a:srgbClr val="E76A28"/>
                </a:solidFill>
                <a:latin typeface="Georgia"/>
                <a:ea typeface="Georgia"/>
                <a:cs typeface="Georgia"/>
                <a:sym typeface="Georgia"/>
              </a:rPr>
              <a:t>~21 *</a:t>
            </a:r>
            <a:r>
              <a:rPr lang="en" sz="1700"/>
              <a:t>Rural job quantity</a:t>
            </a:r>
            <a:endParaRPr sz="1700"/>
          </a:p>
        </p:txBody>
      </p:sp>
      <p:sp>
        <p:nvSpPr>
          <p:cNvPr id="1460" name="Google Shape;1460;p45"/>
          <p:cNvSpPr txBox="1"/>
          <p:nvPr/>
        </p:nvSpPr>
        <p:spPr>
          <a:xfrm>
            <a:off x="5216700" y="1502063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Reference: </a:t>
            </a:r>
            <a:r>
              <a:rPr lang="en" sz="1000"/>
              <a:t>official US urban area boundary data (tl_2020_us_uac20_corrected.shp) </a:t>
            </a:r>
            <a:endParaRPr sz="1000"/>
          </a:p>
        </p:txBody>
      </p:sp>
      <p:sp>
        <p:nvSpPr>
          <p:cNvPr id="1461" name="Google Shape;1461;p45"/>
          <p:cNvSpPr/>
          <p:nvPr/>
        </p:nvSpPr>
        <p:spPr>
          <a:xfrm>
            <a:off x="-10" y="1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800"/>
              <a:buFont typeface="Georgia"/>
              <a:buNone/>
            </a:pPr>
            <a:r>
              <a:rPr b="1" lang="en" sz="2800">
                <a:solidFill>
                  <a:srgbClr val="2C2C2C"/>
                </a:solidFill>
                <a:latin typeface="Georgia"/>
                <a:ea typeface="Georgia"/>
                <a:cs typeface="Georgia"/>
                <a:sym typeface="Georgia"/>
              </a:rPr>
              <a:t>Urban Concentration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2" name="Google Shape;1462;p45"/>
          <p:cNvSpPr txBox="1"/>
          <p:nvPr/>
        </p:nvSpPr>
        <p:spPr>
          <a:xfrm>
            <a:off x="4956650" y="2582050"/>
            <a:ext cx="37323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core demand in the labor market focuses on "medium skills"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urban economy relies more on operational / technical / intermediate positions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urban employment market is more active but more volatile </a:t>
            </a:r>
            <a:r>
              <a:rPr lang="en"/>
              <a:t>vs</a:t>
            </a:r>
            <a:r>
              <a:rPr lang="en"/>
              <a:t> the rural employment market, which has a smaller scale but is relatively stable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p46"/>
          <p:cNvSpPr txBox="1"/>
          <p:nvPr/>
        </p:nvSpPr>
        <p:spPr>
          <a:xfrm>
            <a:off x="5663600" y="753650"/>
            <a:ext cx="2880900" cy="3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Low-skill stable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Similar proportion across all groups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Not affected by AI or area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Urban vs Rural pattern unchanged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Urban → more High-skill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Rural → more Medium-skill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Same in AI &amp; Non-AI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Non-AI has more High-skill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Higher share than AI jobs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AI not yet high-skill dominant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68" name="Google Shape;1468;p46"/>
          <p:cNvSpPr/>
          <p:nvPr/>
        </p:nvSpPr>
        <p:spPr>
          <a:xfrm>
            <a:off x="314890" y="1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800"/>
              <a:buFont typeface="Georgia"/>
              <a:buNone/>
            </a:pPr>
            <a:r>
              <a:rPr b="1" lang="en" sz="2800">
                <a:solidFill>
                  <a:srgbClr val="2C2C2C"/>
                </a:solidFill>
                <a:latin typeface="Georgia"/>
                <a:ea typeface="Georgia"/>
                <a:cs typeface="Georgia"/>
                <a:sym typeface="Georgia"/>
              </a:rPr>
              <a:t>Skill Shift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9" name="Google Shape;146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84723"/>
            <a:ext cx="5358798" cy="3374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3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4" name="Google Shape;147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27925"/>
            <a:ext cx="5006974" cy="3371201"/>
          </a:xfrm>
          <a:prstGeom prst="rect">
            <a:avLst/>
          </a:prstGeom>
          <a:noFill/>
          <a:ln>
            <a:noFill/>
          </a:ln>
        </p:spPr>
      </p:pic>
      <p:sp>
        <p:nvSpPr>
          <p:cNvPr id="1475" name="Google Shape;1475;p47"/>
          <p:cNvSpPr/>
          <p:nvPr/>
        </p:nvSpPr>
        <p:spPr>
          <a:xfrm>
            <a:off x="-10" y="1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800"/>
              <a:buFont typeface="Georgia"/>
              <a:buNone/>
            </a:pPr>
            <a:r>
              <a:rPr b="1" lang="en" sz="2800">
                <a:solidFill>
                  <a:srgbClr val="2C2C2C"/>
                </a:solidFill>
                <a:latin typeface="Georgia"/>
                <a:ea typeface="Georgia"/>
                <a:cs typeface="Georgia"/>
                <a:sym typeface="Georgia"/>
              </a:rPr>
              <a:t>Uneven Benefits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6" name="Google Shape;1476;p47"/>
          <p:cNvSpPr txBox="1"/>
          <p:nvPr/>
        </p:nvSpPr>
        <p:spPr>
          <a:xfrm>
            <a:off x="5673250" y="627925"/>
            <a:ext cx="3000000" cy="3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AI premium = limited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Slightly higher median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Heavy overlap with Non-AI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Not a decisive factor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Salary drivers ≠ AI label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AI vs Non-AI gap → small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Overall range → wide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Driven by role / experience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Urban vs Rural gap = minimal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Similar medians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Similar distributions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Weak location effect (for high-skill jobs)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AI boosts upside, not baseline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Higher upper bound (outliers)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More extreme high salaries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No broad income lift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C2415"/>
        </a:solidFill>
      </p:bgPr>
    </p:bg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p48"/>
          <p:cNvSpPr/>
          <p:nvPr/>
        </p:nvSpPr>
        <p:spPr>
          <a:xfrm>
            <a:off x="731520" y="10972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B8860B"/>
                </a:solidFill>
                <a:latin typeface="Calibri"/>
                <a:ea typeface="Calibri"/>
                <a:cs typeface="Calibri"/>
                <a:sym typeface="Calibri"/>
              </a:rPr>
              <a:t>RESEARCH QUESTION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3" name="Google Shape;1483;p48"/>
          <p:cNvSpPr/>
          <p:nvPr/>
        </p:nvSpPr>
        <p:spPr>
          <a:xfrm>
            <a:off x="731520" y="1645920"/>
            <a:ext cx="77724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lang="en" sz="3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Do tech hubs still dominate AI-related hiring, or are other locations emerging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4" name="Google Shape;1484;p48"/>
          <p:cNvSpPr/>
          <p:nvPr/>
        </p:nvSpPr>
        <p:spPr>
          <a:xfrm>
            <a:off x="731520" y="4023360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300"/>
              <a:buFont typeface="Calibri"/>
              <a:buNone/>
            </a:pPr>
            <a:r>
              <a:rPr i="1" lang="en" sz="1300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Tian</a:t>
            </a:r>
            <a:r>
              <a:rPr i="1" lang="en" sz="1300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yi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B"/>
        </a:solidFill>
      </p:bgPr>
    </p:bg>
    <p:spTree>
      <p:nvGrpSpPr>
        <p:cNvPr id="1488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9" name="Google Shape;1489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44375"/>
            <a:ext cx="4890350" cy="2947274"/>
          </a:xfrm>
          <a:prstGeom prst="rect">
            <a:avLst/>
          </a:prstGeom>
          <a:noFill/>
          <a:ln>
            <a:noFill/>
          </a:ln>
        </p:spPr>
      </p:pic>
      <p:sp>
        <p:nvSpPr>
          <p:cNvPr id="1490" name="Google Shape;1490;p49"/>
          <p:cNvSpPr/>
          <p:nvPr/>
        </p:nvSpPr>
        <p:spPr>
          <a:xfrm>
            <a:off x="127501" y="250425"/>
            <a:ext cx="9016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>
                <a:solidFill>
                  <a:srgbClr val="2C2C2C"/>
                </a:solidFill>
                <a:latin typeface="Georgia"/>
                <a:ea typeface="Georgia"/>
                <a:cs typeface="Georgia"/>
                <a:sym typeface="Georgia"/>
              </a:rPr>
              <a:t>AI Hiring Is Still Strong in Major Tech Hubs </a:t>
            </a:r>
            <a:endParaRPr b="1" sz="2500">
              <a:solidFill>
                <a:srgbClr val="2C2C2C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91" name="Google Shape;1491;p49"/>
          <p:cNvSpPr txBox="1"/>
          <p:nvPr/>
        </p:nvSpPr>
        <p:spPr>
          <a:xfrm>
            <a:off x="5278350" y="1230300"/>
            <a:ext cx="3458700" cy="26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Major cities dominate AI job postings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Top metros: </a:t>
            </a:r>
            <a:r>
              <a:rPr lang="en" sz="1200" u="sng">
                <a:solidFill>
                  <a:srgbClr val="E76A28"/>
                </a:solidFill>
              </a:rPr>
              <a:t>New York, San Francisco, Boston, Seattle</a:t>
            </a:r>
            <a:endParaRPr sz="1200" u="sng">
              <a:solidFill>
                <a:srgbClr val="E76A28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Strong ecosystems - talent, capital, infrastructure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Growth driven by industry adoption, not tech dominance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AI becoming a cross-industry capability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Expansion reflects rising demand outside core hubs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B"/>
        </a:solidFill>
      </p:bgPr>
    </p:bg>
    <p:spTree>
      <p:nvGrpSpPr>
        <p:cNvPr id="1495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p50"/>
          <p:cNvSpPr/>
          <p:nvPr/>
        </p:nvSpPr>
        <p:spPr>
          <a:xfrm>
            <a:off x="-10" y="1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800"/>
              <a:buFont typeface="Georgia"/>
              <a:buNone/>
            </a:pPr>
            <a:r>
              <a:rPr b="1" lang="en" sz="2800">
                <a:solidFill>
                  <a:srgbClr val="2C2C2C"/>
                </a:solidFill>
                <a:latin typeface="Georgia"/>
                <a:ea typeface="Georgia"/>
                <a:cs typeface="Georgia"/>
                <a:sym typeface="Georgia"/>
              </a:rPr>
              <a:t>Tech Hubs No Longer Dominate AI Hiring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7" name="Google Shape;149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150" y="1053025"/>
            <a:ext cx="4961101" cy="3495124"/>
          </a:xfrm>
          <a:prstGeom prst="rect">
            <a:avLst/>
          </a:prstGeom>
          <a:noFill/>
          <a:ln>
            <a:noFill/>
          </a:ln>
        </p:spPr>
      </p:pic>
      <p:sp>
        <p:nvSpPr>
          <p:cNvPr id="1498" name="Google Shape;1498;p50"/>
          <p:cNvSpPr txBox="1"/>
          <p:nvPr/>
        </p:nvSpPr>
        <p:spPr>
          <a:xfrm>
            <a:off x="5480625" y="1149350"/>
            <a:ext cx="3000000" cy="16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Tech hubs still strong individually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But </a:t>
            </a:r>
            <a:r>
              <a:rPr lang="en" sz="1200">
                <a:solidFill>
                  <a:schemeClr val="dk1"/>
                </a:solidFill>
              </a:rPr>
              <a:t>Other Locations &gt; Tech Hubs (total AI jobs)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Shift from centralized </a:t>
            </a:r>
            <a:r>
              <a:rPr lang="en" sz="1200">
                <a:solidFill>
                  <a:schemeClr val="dk1"/>
                </a:solidFill>
              </a:rPr>
              <a:t>to </a:t>
            </a:r>
            <a:r>
              <a:rPr lang="en" sz="1200">
                <a:solidFill>
                  <a:schemeClr val="dk1"/>
                </a:solidFill>
              </a:rPr>
              <a:t>distributed growth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AI demand expanding across multiple regions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B"/>
        </a:solidFill>
      </p:bgPr>
    </p:bg>
    <p:spTree>
      <p:nvGrpSpPr>
        <p:cNvPr id="1502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p51"/>
          <p:cNvSpPr txBox="1"/>
          <p:nvPr/>
        </p:nvSpPr>
        <p:spPr>
          <a:xfrm>
            <a:off x="3072000" y="376575"/>
            <a:ext cx="300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/>
              <a:t>Final Takeaway</a:t>
            </a:r>
            <a:r>
              <a:rPr lang="en"/>
              <a:t> </a:t>
            </a:r>
            <a:endParaRPr/>
          </a:p>
        </p:txBody>
      </p:sp>
      <p:sp>
        <p:nvSpPr>
          <p:cNvPr id="1504" name="Google Shape;1504;p51"/>
          <p:cNvSpPr txBox="1"/>
          <p:nvPr/>
        </p:nvSpPr>
        <p:spPr>
          <a:xfrm>
            <a:off x="1930950" y="2424825"/>
            <a:ext cx="52821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· </a:t>
            </a:r>
            <a:r>
              <a:rPr lang="en"/>
              <a:t>AI jobs remain strong in major tech hubs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· </a:t>
            </a:r>
            <a:r>
              <a:rPr lang="en"/>
              <a:t>A larger share of AI jobs is found outside these hubs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· </a:t>
            </a:r>
            <a:r>
              <a:rPr lang="en"/>
              <a:t>This shows AI hiring is not limited to a few key cities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· </a:t>
            </a:r>
            <a:r>
              <a:rPr lang="en"/>
              <a:t>Job seekers can consider a wider range of locations </a:t>
            </a:r>
            <a:endParaRPr/>
          </a:p>
        </p:txBody>
      </p:sp>
      <p:sp>
        <p:nvSpPr>
          <p:cNvPr id="1505" name="Google Shape;1505;p51"/>
          <p:cNvSpPr txBox="1"/>
          <p:nvPr/>
        </p:nvSpPr>
        <p:spPr>
          <a:xfrm>
            <a:off x="2102550" y="1630863"/>
            <a:ext cx="493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AI Hiring Is More Geographically Distributed  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D2B1F"/>
        </a:solidFill>
      </p:bgPr>
    </p:bg>
    <p:spTree>
      <p:nvGrpSpPr>
        <p:cNvPr id="1510" name="Shape 1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Google Shape;1511;p52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F5EFE0"/>
          </a:solidFill>
          <a:ln cap="flat" cmpd="sng" w="12700">
            <a:solidFill>
              <a:srgbClr val="F5EF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2" name="Google Shape;1512;p52"/>
          <p:cNvSpPr/>
          <p:nvPr/>
        </p:nvSpPr>
        <p:spPr>
          <a:xfrm>
            <a:off x="5486400" y="0"/>
            <a:ext cx="54900" cy="5143500"/>
          </a:xfrm>
          <a:prstGeom prst="rect">
            <a:avLst/>
          </a:prstGeom>
          <a:solidFill>
            <a:srgbClr val="8B5E3C"/>
          </a:solidFill>
          <a:ln cap="flat" cmpd="sng" w="12700">
            <a:solidFill>
              <a:srgbClr val="8B5E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3" name="Google Shape;1513;p52"/>
          <p:cNvSpPr/>
          <p:nvPr/>
        </p:nvSpPr>
        <p:spPr>
          <a:xfrm>
            <a:off x="411480" y="502920"/>
            <a:ext cx="4846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C4A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D4C4A8"/>
                </a:solidFill>
                <a:latin typeface="Calibri"/>
                <a:ea typeface="Calibri"/>
                <a:cs typeface="Calibri"/>
                <a:sym typeface="Calibri"/>
              </a:rPr>
              <a:t>EXPLORATORY DATA ANALYSIS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4" name="Google Shape;1514;p52"/>
          <p:cNvSpPr/>
          <p:nvPr/>
        </p:nvSpPr>
        <p:spPr>
          <a:xfrm>
            <a:off x="411480" y="914400"/>
            <a:ext cx="4846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BF7EF"/>
              </a:buClr>
              <a:buSzPts val="5200"/>
              <a:buFont typeface="Georgia"/>
              <a:buNone/>
            </a:pPr>
            <a:r>
              <a:rPr b="0" i="0" lang="en" sz="5200" u="none" cap="none" strike="noStrike">
                <a:solidFill>
                  <a:srgbClr val="FBF7EF"/>
                </a:solidFill>
                <a:latin typeface="Georgia"/>
                <a:ea typeface="Georgia"/>
                <a:cs typeface="Georgia"/>
                <a:sym typeface="Georgia"/>
              </a:rPr>
              <a:t>ML, BA &amp;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BF7EF"/>
              </a:buClr>
              <a:buSzPts val="5200"/>
              <a:buFont typeface="Georgia"/>
              <a:buNone/>
            </a:pPr>
            <a:r>
              <a:rPr b="0" i="0" lang="en" sz="5200" u="none" cap="none" strike="noStrike">
                <a:solidFill>
                  <a:srgbClr val="FBF7EF"/>
                </a:solidFill>
                <a:latin typeface="Georgia"/>
                <a:ea typeface="Georgia"/>
                <a:cs typeface="Georgia"/>
                <a:sym typeface="Georgia"/>
              </a:rPr>
              <a:t>DS Trends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5" name="Google Shape;1515;p52"/>
          <p:cNvSpPr/>
          <p:nvPr/>
        </p:nvSpPr>
        <p:spPr>
          <a:xfrm>
            <a:off x="411480" y="2834640"/>
            <a:ext cx="1005900" cy="54900"/>
          </a:xfrm>
          <a:prstGeom prst="rect">
            <a:avLst/>
          </a:prstGeom>
          <a:solidFill>
            <a:srgbClr val="8B5E3C"/>
          </a:solidFill>
          <a:ln cap="flat" cmpd="sng" w="12700">
            <a:solidFill>
              <a:srgbClr val="8B5E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6" name="Google Shape;1516;p52"/>
          <p:cNvSpPr/>
          <p:nvPr/>
        </p:nvSpPr>
        <p:spPr>
          <a:xfrm>
            <a:off x="411480" y="2999232"/>
            <a:ext cx="48462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6652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7A6652"/>
                </a:solidFill>
                <a:latin typeface="Calibri"/>
                <a:ea typeface="Calibri"/>
                <a:cs typeface="Calibri"/>
                <a:sym typeface="Calibri"/>
              </a:rPr>
              <a:t>Four research questions examining how AI/ML skills,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6652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7A6652"/>
                </a:solidFill>
                <a:latin typeface="Calibri"/>
                <a:ea typeface="Calibri"/>
                <a:cs typeface="Calibri"/>
                <a:sym typeface="Calibri"/>
              </a:rPr>
              <a:t>industry demand, and career outlook are shifting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6652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7A6652"/>
                </a:solidFill>
                <a:latin typeface="Calibri"/>
                <a:ea typeface="Calibri"/>
                <a:cs typeface="Calibri"/>
                <a:sym typeface="Calibri"/>
              </a:rPr>
              <a:t>across the 2024 Lightcast job postings dataset.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7" name="Google Shape;1517;p52"/>
          <p:cNvSpPr/>
          <p:nvPr/>
        </p:nvSpPr>
        <p:spPr>
          <a:xfrm>
            <a:off x="5596128" y="457200"/>
            <a:ext cx="54900" cy="548700"/>
          </a:xfrm>
          <a:prstGeom prst="rect">
            <a:avLst/>
          </a:prstGeom>
          <a:solidFill>
            <a:srgbClr val="8B5E3C"/>
          </a:solidFill>
          <a:ln cap="flat" cmpd="sng" w="12700">
            <a:solidFill>
              <a:srgbClr val="8B5E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8" name="Google Shape;1518;p52"/>
          <p:cNvSpPr/>
          <p:nvPr/>
        </p:nvSpPr>
        <p:spPr>
          <a:xfrm>
            <a:off x="5742432" y="45720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E3C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8B5E3C"/>
                </a:solidFill>
                <a:latin typeface="Calibri"/>
                <a:ea typeface="Calibri"/>
                <a:cs typeface="Calibri"/>
                <a:sym typeface="Calibri"/>
              </a:rPr>
              <a:t>Q1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9" name="Google Shape;1519;p52"/>
          <p:cNvSpPr/>
          <p:nvPr/>
        </p:nvSpPr>
        <p:spPr>
          <a:xfrm>
            <a:off x="5742432" y="713232"/>
            <a:ext cx="3200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300"/>
              <a:buFont typeface="Georgia"/>
              <a:buNone/>
            </a:pPr>
            <a:r>
              <a:rPr b="0" i="0" lang="en" sz="1300" u="none" cap="none" strike="noStrike">
                <a:solidFill>
                  <a:srgbClr val="3D2B1F"/>
                </a:solidFill>
                <a:latin typeface="Georgia"/>
                <a:ea typeface="Georgia"/>
                <a:cs typeface="Georgia"/>
                <a:sym typeface="Georgia"/>
              </a:rPr>
              <a:t>Most In-Demand Skills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0" name="Google Shape;1520;p52"/>
          <p:cNvSpPr/>
          <p:nvPr/>
        </p:nvSpPr>
        <p:spPr>
          <a:xfrm>
            <a:off x="5596128" y="1554480"/>
            <a:ext cx="54900" cy="548700"/>
          </a:xfrm>
          <a:prstGeom prst="rect">
            <a:avLst/>
          </a:prstGeom>
          <a:solidFill>
            <a:srgbClr val="7D8C6E"/>
          </a:solidFill>
          <a:ln cap="flat" cmpd="sng" w="12700">
            <a:solidFill>
              <a:srgbClr val="7D8C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1" name="Google Shape;1521;p52"/>
          <p:cNvSpPr/>
          <p:nvPr/>
        </p:nvSpPr>
        <p:spPr>
          <a:xfrm>
            <a:off x="5742432" y="155448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E3C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8B5E3C"/>
                </a:solidFill>
                <a:latin typeface="Calibri"/>
                <a:ea typeface="Calibri"/>
                <a:cs typeface="Calibri"/>
                <a:sym typeface="Calibri"/>
              </a:rPr>
              <a:t>Q2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2" name="Google Shape;1522;p52"/>
          <p:cNvSpPr/>
          <p:nvPr/>
        </p:nvSpPr>
        <p:spPr>
          <a:xfrm>
            <a:off x="5742432" y="1810512"/>
            <a:ext cx="3200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300"/>
              <a:buFont typeface="Georgia"/>
              <a:buNone/>
            </a:pPr>
            <a:r>
              <a:rPr b="0" i="0" lang="en" sz="1300" u="none" cap="none" strike="noStrike">
                <a:solidFill>
                  <a:srgbClr val="3D2B1F"/>
                </a:solidFill>
                <a:latin typeface="Georgia"/>
                <a:ea typeface="Georgia"/>
                <a:cs typeface="Georgia"/>
                <a:sym typeface="Georgia"/>
              </a:rPr>
              <a:t>AI/ML Evolution in Job Descriptions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3" name="Google Shape;1523;p52"/>
          <p:cNvSpPr/>
          <p:nvPr/>
        </p:nvSpPr>
        <p:spPr>
          <a:xfrm>
            <a:off x="5596128" y="2651760"/>
            <a:ext cx="54900" cy="548700"/>
          </a:xfrm>
          <a:prstGeom prst="rect">
            <a:avLst/>
          </a:prstGeom>
          <a:solidFill>
            <a:srgbClr val="8B5E3C"/>
          </a:solidFill>
          <a:ln cap="flat" cmpd="sng" w="12700">
            <a:solidFill>
              <a:srgbClr val="8B5E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4" name="Google Shape;1524;p52"/>
          <p:cNvSpPr/>
          <p:nvPr/>
        </p:nvSpPr>
        <p:spPr>
          <a:xfrm>
            <a:off x="5742432" y="265176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E3C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8B5E3C"/>
                </a:solidFill>
                <a:latin typeface="Calibri"/>
                <a:ea typeface="Calibri"/>
                <a:cs typeface="Calibri"/>
                <a:sym typeface="Calibri"/>
              </a:rPr>
              <a:t>Q3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5" name="Google Shape;1525;p52"/>
          <p:cNvSpPr/>
          <p:nvPr/>
        </p:nvSpPr>
        <p:spPr>
          <a:xfrm>
            <a:off x="5742432" y="2907792"/>
            <a:ext cx="3200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300"/>
              <a:buFont typeface="Georgia"/>
              <a:buNone/>
            </a:pPr>
            <a:r>
              <a:rPr b="0" i="0" lang="en" sz="1300" u="none" cap="none" strike="noStrike">
                <a:solidFill>
                  <a:srgbClr val="3D2B1F"/>
                </a:solidFill>
                <a:latin typeface="Georgia"/>
                <a:ea typeface="Georgia"/>
                <a:cs typeface="Georgia"/>
                <a:sym typeface="Georgia"/>
              </a:rPr>
              <a:t>Industries Hiring Data Scientists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6" name="Google Shape;1526;p52"/>
          <p:cNvSpPr/>
          <p:nvPr/>
        </p:nvSpPr>
        <p:spPr>
          <a:xfrm>
            <a:off x="5596128" y="3749040"/>
            <a:ext cx="54900" cy="548700"/>
          </a:xfrm>
          <a:prstGeom prst="rect">
            <a:avLst/>
          </a:prstGeom>
          <a:solidFill>
            <a:srgbClr val="7D8C6E"/>
          </a:solidFill>
          <a:ln cap="flat" cmpd="sng" w="12700">
            <a:solidFill>
              <a:srgbClr val="7D8C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7" name="Google Shape;1527;p52"/>
          <p:cNvSpPr/>
          <p:nvPr/>
        </p:nvSpPr>
        <p:spPr>
          <a:xfrm>
            <a:off x="5742432" y="374904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E3C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8B5E3C"/>
                </a:solidFill>
                <a:latin typeface="Calibri"/>
                <a:ea typeface="Calibri"/>
                <a:cs typeface="Calibri"/>
                <a:sym typeface="Calibri"/>
              </a:rPr>
              <a:t>Q4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8" name="Google Shape;1528;p52"/>
          <p:cNvSpPr/>
          <p:nvPr/>
        </p:nvSpPr>
        <p:spPr>
          <a:xfrm>
            <a:off x="5742432" y="4005072"/>
            <a:ext cx="3200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300"/>
              <a:buFont typeface="Georgia"/>
              <a:buNone/>
            </a:pPr>
            <a:r>
              <a:rPr b="0" i="0" lang="en" sz="1300" u="none" cap="none" strike="noStrike">
                <a:solidFill>
                  <a:srgbClr val="3D2B1F"/>
                </a:solidFill>
                <a:latin typeface="Georgia"/>
                <a:ea typeface="Georgia"/>
                <a:cs typeface="Georgia"/>
                <a:sym typeface="Georgia"/>
              </a:rPr>
              <a:t>BA Career Outlook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EF"/>
        </a:solidFill>
      </p:bgPr>
    </p:bg>
    <p:spTree>
      <p:nvGrpSpPr>
        <p:cNvPr id="1533" name="Shape 1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Google Shape;1534;p53"/>
          <p:cNvSpPr/>
          <p:nvPr/>
        </p:nvSpPr>
        <p:spPr>
          <a:xfrm>
            <a:off x="411480" y="228600"/>
            <a:ext cx="83211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E3C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8B5E3C"/>
                </a:solidFill>
                <a:latin typeface="Calibri"/>
                <a:ea typeface="Calibri"/>
                <a:cs typeface="Calibri"/>
                <a:sym typeface="Calibri"/>
              </a:rPr>
              <a:t>Q1  ·  ML, BA &amp; DS TRENDS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5" name="Google Shape;1535;p53"/>
          <p:cNvSpPr/>
          <p:nvPr/>
        </p:nvSpPr>
        <p:spPr>
          <a:xfrm>
            <a:off x="411480" y="502920"/>
            <a:ext cx="83211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3600"/>
              <a:buFont typeface="Georgia"/>
              <a:buNone/>
            </a:pPr>
            <a:r>
              <a:rPr b="0" i="0" lang="en" sz="3600" u="none" cap="none" strike="noStrike">
                <a:solidFill>
                  <a:srgbClr val="3D2B1F"/>
                </a:solidFill>
                <a:latin typeface="Georgia"/>
                <a:ea typeface="Georgia"/>
                <a:cs typeface="Georgia"/>
                <a:sym typeface="Georgia"/>
              </a:rPr>
              <a:t>Most In-Demand Skills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6" name="Google Shape;1536;p53"/>
          <p:cNvSpPr/>
          <p:nvPr/>
        </p:nvSpPr>
        <p:spPr>
          <a:xfrm>
            <a:off x="411480" y="1188720"/>
            <a:ext cx="8321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652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rgbClr val="7A6652"/>
                </a:solidFill>
                <a:latin typeface="Calibri"/>
                <a:ea typeface="Calibri"/>
                <a:cs typeface="Calibri"/>
                <a:sym typeface="Calibri"/>
              </a:rPr>
              <a:t>across DS, BA &amp; ML roles  ·  72,454 postings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7" name="Google Shape;1537;p53"/>
          <p:cNvSpPr/>
          <p:nvPr/>
        </p:nvSpPr>
        <p:spPr>
          <a:xfrm>
            <a:off x="411480" y="1572768"/>
            <a:ext cx="3840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652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7A6652"/>
                </a:solidFill>
                <a:latin typeface="Calibri"/>
                <a:ea typeface="Calibri"/>
                <a:cs typeface="Calibri"/>
                <a:sym typeface="Calibri"/>
              </a:rPr>
              <a:t>Top Skills Overall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8" name="Google Shape;1538;p53"/>
          <p:cNvSpPr/>
          <p:nvPr/>
        </p:nvSpPr>
        <p:spPr>
          <a:xfrm>
            <a:off x="1417320" y="1947672"/>
            <a:ext cx="3291900" cy="246900"/>
          </a:xfrm>
          <a:prstGeom prst="rect">
            <a:avLst/>
          </a:prstGeom>
          <a:solidFill>
            <a:srgbClr val="E8DCC8"/>
          </a:solidFill>
          <a:ln cap="flat" cmpd="sng" w="12700">
            <a:solidFill>
              <a:srgbClr val="D4C4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9" name="Google Shape;1539;p53"/>
          <p:cNvSpPr/>
          <p:nvPr/>
        </p:nvSpPr>
        <p:spPr>
          <a:xfrm>
            <a:off x="1417320" y="1947672"/>
            <a:ext cx="3291900" cy="246900"/>
          </a:xfrm>
          <a:prstGeom prst="rect">
            <a:avLst/>
          </a:prstGeom>
          <a:solidFill>
            <a:srgbClr val="8B5E3C"/>
          </a:solidFill>
          <a:ln cap="flat" cmpd="sng" w="12700">
            <a:solidFill>
              <a:srgbClr val="8B5E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0" name="Google Shape;1540;p53"/>
          <p:cNvSpPr/>
          <p:nvPr/>
        </p:nvSpPr>
        <p:spPr>
          <a:xfrm>
            <a:off x="411480" y="1874520"/>
            <a:ext cx="9693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Communication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1" name="Google Shape;1541;p53"/>
          <p:cNvSpPr/>
          <p:nvPr/>
        </p:nvSpPr>
        <p:spPr>
          <a:xfrm>
            <a:off x="4233672" y="1874520"/>
            <a:ext cx="4116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F7EF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BF7EF"/>
                </a:solidFill>
                <a:latin typeface="Calibri"/>
                <a:ea typeface="Calibri"/>
                <a:cs typeface="Calibri"/>
                <a:sym typeface="Calibri"/>
              </a:rPr>
              <a:t>44%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2" name="Google Shape;1542;p53"/>
          <p:cNvSpPr/>
          <p:nvPr/>
        </p:nvSpPr>
        <p:spPr>
          <a:xfrm>
            <a:off x="1417320" y="2395728"/>
            <a:ext cx="3291900" cy="246900"/>
          </a:xfrm>
          <a:prstGeom prst="rect">
            <a:avLst/>
          </a:prstGeom>
          <a:solidFill>
            <a:srgbClr val="E8DCC8"/>
          </a:solidFill>
          <a:ln cap="flat" cmpd="sng" w="12700">
            <a:solidFill>
              <a:srgbClr val="D4C4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3" name="Google Shape;1543;p53"/>
          <p:cNvSpPr/>
          <p:nvPr/>
        </p:nvSpPr>
        <p:spPr>
          <a:xfrm>
            <a:off x="1417320" y="2395728"/>
            <a:ext cx="2967900" cy="246900"/>
          </a:xfrm>
          <a:prstGeom prst="rect">
            <a:avLst/>
          </a:prstGeom>
          <a:solidFill>
            <a:srgbClr val="8B5E3C">
              <a:alpha val="92940"/>
            </a:srgbClr>
          </a:solidFill>
          <a:ln cap="flat" cmpd="sng" w="12700">
            <a:solidFill>
              <a:srgbClr val="8B5E3C">
                <a:alpha val="9294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4" name="Google Shape;1544;p53"/>
          <p:cNvSpPr/>
          <p:nvPr/>
        </p:nvSpPr>
        <p:spPr>
          <a:xfrm>
            <a:off x="411480" y="2322576"/>
            <a:ext cx="9693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Data Analysis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5" name="Google Shape;1545;p53"/>
          <p:cNvSpPr/>
          <p:nvPr/>
        </p:nvSpPr>
        <p:spPr>
          <a:xfrm>
            <a:off x="3909761" y="2322576"/>
            <a:ext cx="4116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F7EF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BF7EF"/>
                </a:solidFill>
                <a:latin typeface="Calibri"/>
                <a:ea typeface="Calibri"/>
                <a:cs typeface="Calibri"/>
                <a:sym typeface="Calibri"/>
              </a:rPr>
              <a:t>39%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6" name="Google Shape;1546;p53"/>
          <p:cNvSpPr/>
          <p:nvPr/>
        </p:nvSpPr>
        <p:spPr>
          <a:xfrm>
            <a:off x="1417320" y="2843784"/>
            <a:ext cx="3291900" cy="246900"/>
          </a:xfrm>
          <a:prstGeom prst="rect">
            <a:avLst/>
          </a:prstGeom>
          <a:solidFill>
            <a:srgbClr val="E8DCC8"/>
          </a:solidFill>
          <a:ln cap="flat" cmpd="sng" w="12700">
            <a:solidFill>
              <a:srgbClr val="D4C4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7" name="Google Shape;1547;p53"/>
          <p:cNvSpPr/>
          <p:nvPr/>
        </p:nvSpPr>
        <p:spPr>
          <a:xfrm>
            <a:off x="1417320" y="2843784"/>
            <a:ext cx="2561100" cy="246900"/>
          </a:xfrm>
          <a:prstGeom prst="rect">
            <a:avLst/>
          </a:prstGeom>
          <a:solidFill>
            <a:srgbClr val="8B5E3C">
              <a:alpha val="85880"/>
            </a:srgbClr>
          </a:solidFill>
          <a:ln cap="flat" cmpd="sng" w="12700">
            <a:solidFill>
              <a:srgbClr val="8B5E3C">
                <a:alpha val="8588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8" name="Google Shape;1548;p53"/>
          <p:cNvSpPr/>
          <p:nvPr/>
        </p:nvSpPr>
        <p:spPr>
          <a:xfrm>
            <a:off x="411480" y="2770632"/>
            <a:ext cx="9693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Management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9" name="Google Shape;1549;p53"/>
          <p:cNvSpPr/>
          <p:nvPr/>
        </p:nvSpPr>
        <p:spPr>
          <a:xfrm>
            <a:off x="4051629" y="2770632"/>
            <a:ext cx="4116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652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7A6652"/>
                </a:solidFill>
                <a:latin typeface="Calibri"/>
                <a:ea typeface="Calibri"/>
                <a:cs typeface="Calibri"/>
                <a:sym typeface="Calibri"/>
              </a:rPr>
              <a:t>34%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0" name="Google Shape;1550;p53"/>
          <p:cNvSpPr/>
          <p:nvPr/>
        </p:nvSpPr>
        <p:spPr>
          <a:xfrm>
            <a:off x="1417320" y="3291840"/>
            <a:ext cx="3291900" cy="246900"/>
          </a:xfrm>
          <a:prstGeom prst="rect">
            <a:avLst/>
          </a:prstGeom>
          <a:solidFill>
            <a:srgbClr val="E8DCC8"/>
          </a:solidFill>
          <a:ln cap="flat" cmpd="sng" w="12700">
            <a:solidFill>
              <a:srgbClr val="D4C4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1" name="Google Shape;1551;p53"/>
          <p:cNvSpPr/>
          <p:nvPr/>
        </p:nvSpPr>
        <p:spPr>
          <a:xfrm>
            <a:off x="1417320" y="3291840"/>
            <a:ext cx="2259900" cy="246900"/>
          </a:xfrm>
          <a:prstGeom prst="rect">
            <a:avLst/>
          </a:prstGeom>
          <a:solidFill>
            <a:srgbClr val="8B5E3C">
              <a:alpha val="78820"/>
            </a:srgbClr>
          </a:solidFill>
          <a:ln cap="flat" cmpd="sng" w="12700">
            <a:solidFill>
              <a:srgbClr val="8B5E3C">
                <a:alpha val="7882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2" name="Google Shape;1552;p53"/>
          <p:cNvSpPr/>
          <p:nvPr/>
        </p:nvSpPr>
        <p:spPr>
          <a:xfrm>
            <a:off x="411480" y="3218688"/>
            <a:ext cx="9693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SQL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3" name="Google Shape;1553;p53"/>
          <p:cNvSpPr/>
          <p:nvPr/>
        </p:nvSpPr>
        <p:spPr>
          <a:xfrm>
            <a:off x="3750316" y="3218688"/>
            <a:ext cx="4116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652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7A6652"/>
                </a:solidFill>
                <a:latin typeface="Calibri"/>
                <a:ea typeface="Calibri"/>
                <a:cs typeface="Calibri"/>
                <a:sym typeface="Calibri"/>
              </a:rPr>
              <a:t>30%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4" name="Google Shape;1554;p53"/>
          <p:cNvSpPr/>
          <p:nvPr/>
        </p:nvSpPr>
        <p:spPr>
          <a:xfrm>
            <a:off x="1417320" y="3739896"/>
            <a:ext cx="3291900" cy="246900"/>
          </a:xfrm>
          <a:prstGeom prst="rect">
            <a:avLst/>
          </a:prstGeom>
          <a:solidFill>
            <a:srgbClr val="E8DCC8"/>
          </a:solidFill>
          <a:ln cap="flat" cmpd="sng" w="12700">
            <a:solidFill>
              <a:srgbClr val="D4C4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5" name="Google Shape;1555;p53"/>
          <p:cNvSpPr/>
          <p:nvPr/>
        </p:nvSpPr>
        <p:spPr>
          <a:xfrm>
            <a:off x="1417320" y="3739896"/>
            <a:ext cx="1928400" cy="246900"/>
          </a:xfrm>
          <a:prstGeom prst="rect">
            <a:avLst/>
          </a:prstGeom>
          <a:solidFill>
            <a:srgbClr val="8B5E3C">
              <a:alpha val="72160"/>
            </a:srgbClr>
          </a:solidFill>
          <a:ln cap="flat" cmpd="sng" w="12700">
            <a:solidFill>
              <a:srgbClr val="8B5E3C">
                <a:alpha val="721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6" name="Google Shape;1556;p53"/>
          <p:cNvSpPr/>
          <p:nvPr/>
        </p:nvSpPr>
        <p:spPr>
          <a:xfrm>
            <a:off x="411480" y="3666744"/>
            <a:ext cx="9693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Problem Solving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7" name="Google Shape;1557;p53"/>
          <p:cNvSpPr/>
          <p:nvPr/>
        </p:nvSpPr>
        <p:spPr>
          <a:xfrm>
            <a:off x="3418873" y="3666744"/>
            <a:ext cx="4116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652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7A6652"/>
                </a:solidFill>
                <a:latin typeface="Calibri"/>
                <a:ea typeface="Calibri"/>
                <a:cs typeface="Calibri"/>
                <a:sym typeface="Calibri"/>
              </a:rPr>
              <a:t>26%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8" name="Google Shape;1558;p53"/>
          <p:cNvSpPr/>
          <p:nvPr/>
        </p:nvSpPr>
        <p:spPr>
          <a:xfrm>
            <a:off x="1417320" y="4187952"/>
            <a:ext cx="3291900" cy="246900"/>
          </a:xfrm>
          <a:prstGeom prst="rect">
            <a:avLst/>
          </a:prstGeom>
          <a:solidFill>
            <a:srgbClr val="E8DCC8"/>
          </a:solidFill>
          <a:ln cap="flat" cmpd="sng" w="12700">
            <a:solidFill>
              <a:srgbClr val="D4C4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9" name="Google Shape;1559;p53"/>
          <p:cNvSpPr/>
          <p:nvPr/>
        </p:nvSpPr>
        <p:spPr>
          <a:xfrm>
            <a:off x="1417320" y="4187952"/>
            <a:ext cx="1822800" cy="246900"/>
          </a:xfrm>
          <a:prstGeom prst="rect">
            <a:avLst/>
          </a:prstGeom>
          <a:solidFill>
            <a:srgbClr val="8B5E3C">
              <a:alpha val="65100"/>
            </a:srgbClr>
          </a:solidFill>
          <a:ln cap="flat" cmpd="sng" w="12700">
            <a:solidFill>
              <a:srgbClr val="8B5E3C">
                <a:alpha val="6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0" name="Google Shape;1560;p53"/>
          <p:cNvSpPr/>
          <p:nvPr/>
        </p:nvSpPr>
        <p:spPr>
          <a:xfrm>
            <a:off x="411480" y="4114800"/>
            <a:ext cx="9693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Leadership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1" name="Google Shape;1561;p53"/>
          <p:cNvSpPr/>
          <p:nvPr/>
        </p:nvSpPr>
        <p:spPr>
          <a:xfrm>
            <a:off x="3313413" y="4114800"/>
            <a:ext cx="4116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652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7A6652"/>
                </a:solidFill>
                <a:latin typeface="Calibri"/>
                <a:ea typeface="Calibri"/>
                <a:cs typeface="Calibri"/>
                <a:sym typeface="Calibri"/>
              </a:rPr>
              <a:t>24%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2" name="Google Shape;1562;p53"/>
          <p:cNvSpPr/>
          <p:nvPr/>
        </p:nvSpPr>
        <p:spPr>
          <a:xfrm>
            <a:off x="1417320" y="4636008"/>
            <a:ext cx="3291900" cy="246900"/>
          </a:xfrm>
          <a:prstGeom prst="rect">
            <a:avLst/>
          </a:prstGeom>
          <a:solidFill>
            <a:srgbClr val="E8DCC8"/>
          </a:solidFill>
          <a:ln cap="flat" cmpd="sng" w="12700">
            <a:solidFill>
              <a:srgbClr val="D4C4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3" name="Google Shape;1563;p53"/>
          <p:cNvSpPr/>
          <p:nvPr/>
        </p:nvSpPr>
        <p:spPr>
          <a:xfrm>
            <a:off x="1417320" y="4636008"/>
            <a:ext cx="1272900" cy="246900"/>
          </a:xfrm>
          <a:prstGeom prst="rect">
            <a:avLst/>
          </a:prstGeom>
          <a:solidFill>
            <a:srgbClr val="8B5E3C">
              <a:alpha val="58040"/>
            </a:srgbClr>
          </a:solidFill>
          <a:ln cap="flat" cmpd="sng" w="12700">
            <a:solidFill>
              <a:srgbClr val="8B5E3C">
                <a:alpha val="5804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4" name="Google Shape;1564;p53"/>
          <p:cNvSpPr/>
          <p:nvPr/>
        </p:nvSpPr>
        <p:spPr>
          <a:xfrm>
            <a:off x="411480" y="4562856"/>
            <a:ext cx="9693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5" name="Google Shape;1565;p53"/>
          <p:cNvSpPr/>
          <p:nvPr/>
        </p:nvSpPr>
        <p:spPr>
          <a:xfrm>
            <a:off x="2763518" y="4562856"/>
            <a:ext cx="4116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652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7A6652"/>
                </a:solidFill>
                <a:latin typeface="Calibri"/>
                <a:ea typeface="Calibri"/>
                <a:cs typeface="Calibri"/>
                <a:sym typeface="Calibri"/>
              </a:rPr>
              <a:t>17%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6" name="Google Shape;1566;p53"/>
          <p:cNvSpPr/>
          <p:nvPr/>
        </p:nvSpPr>
        <p:spPr>
          <a:xfrm>
            <a:off x="4892040" y="1481328"/>
            <a:ext cx="3931800" cy="3337500"/>
          </a:xfrm>
          <a:prstGeom prst="rect">
            <a:avLst/>
          </a:prstGeom>
          <a:solidFill>
            <a:srgbClr val="F5EFE0"/>
          </a:solidFill>
          <a:ln cap="flat" cmpd="sng" w="12700">
            <a:solidFill>
              <a:srgbClr val="D4C4A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8B5E3C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7" name="Google Shape;1567;p53"/>
          <p:cNvSpPr/>
          <p:nvPr/>
        </p:nvSpPr>
        <p:spPr>
          <a:xfrm>
            <a:off x="5029200" y="1572768"/>
            <a:ext cx="169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E3C"/>
              </a:buClr>
              <a:buSzPts val="1100"/>
              <a:buFont typeface="Georgia"/>
              <a:buNone/>
            </a:pPr>
            <a:r>
              <a:rPr b="0" i="0" lang="en" sz="1100" u="none" cap="none" strike="noStrike">
                <a:solidFill>
                  <a:srgbClr val="8B5E3C"/>
                </a:solidFill>
                <a:latin typeface="Georgia"/>
                <a:ea typeface="Georgia"/>
                <a:cs typeface="Georgia"/>
                <a:sym typeface="Georgia"/>
              </a:rPr>
              <a:t>DS / ML Roles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8" name="Google Shape;1568;p53"/>
          <p:cNvSpPr/>
          <p:nvPr/>
        </p:nvSpPr>
        <p:spPr>
          <a:xfrm>
            <a:off x="5029200" y="1828800"/>
            <a:ext cx="1691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652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7A6652"/>
                </a:solidFill>
                <a:latin typeface="Calibri"/>
                <a:ea typeface="Calibri"/>
                <a:cs typeface="Calibri"/>
                <a:sym typeface="Calibri"/>
              </a:rPr>
              <a:t>(585 postings)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9" name="Google Shape;1569;p53"/>
          <p:cNvSpPr/>
          <p:nvPr/>
        </p:nvSpPr>
        <p:spPr>
          <a:xfrm>
            <a:off x="5029200" y="2084832"/>
            <a:ext cx="1691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E3C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8B5E3C"/>
                </a:solidFill>
                <a:latin typeface="Calibri"/>
                <a:ea typeface="Calibri"/>
                <a:cs typeface="Calibri"/>
                <a:sym typeface="Calibri"/>
              </a:rPr>
              <a:t>·  </a:t>
            </a:r>
            <a:r>
              <a:rPr b="0" i="0" lang="en" sz="10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Data Science 77.6%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0" name="Google Shape;1570;p53"/>
          <p:cNvSpPr/>
          <p:nvPr/>
        </p:nvSpPr>
        <p:spPr>
          <a:xfrm>
            <a:off x="5029200" y="2331720"/>
            <a:ext cx="1691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E3C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8B5E3C"/>
                </a:solidFill>
                <a:latin typeface="Calibri"/>
                <a:ea typeface="Calibri"/>
                <a:cs typeface="Calibri"/>
                <a:sym typeface="Calibri"/>
              </a:rPr>
              <a:t>·  </a:t>
            </a:r>
            <a:r>
              <a:rPr b="0" i="0" lang="en" sz="10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Python 53.5%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1" name="Google Shape;1571;p53"/>
          <p:cNvSpPr/>
          <p:nvPr/>
        </p:nvSpPr>
        <p:spPr>
          <a:xfrm>
            <a:off x="5029200" y="2578608"/>
            <a:ext cx="1691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E3C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8B5E3C"/>
                </a:solidFill>
                <a:latin typeface="Calibri"/>
                <a:ea typeface="Calibri"/>
                <a:cs typeface="Calibri"/>
                <a:sym typeface="Calibri"/>
              </a:rPr>
              <a:t>·  </a:t>
            </a:r>
            <a:r>
              <a:rPr b="0" i="0" lang="en" sz="10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SQL 52.0%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2" name="Google Shape;1572;p53"/>
          <p:cNvSpPr/>
          <p:nvPr/>
        </p:nvSpPr>
        <p:spPr>
          <a:xfrm>
            <a:off x="5029200" y="2825496"/>
            <a:ext cx="1691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E3C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8B5E3C"/>
                </a:solidFill>
                <a:latin typeface="Calibri"/>
                <a:ea typeface="Calibri"/>
                <a:cs typeface="Calibri"/>
                <a:sym typeface="Calibri"/>
              </a:rPr>
              <a:t>·  </a:t>
            </a:r>
            <a:r>
              <a:rPr b="0" i="0" lang="en" sz="10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Math 41.7%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3" name="Google Shape;1573;p53"/>
          <p:cNvSpPr/>
          <p:nvPr/>
        </p:nvSpPr>
        <p:spPr>
          <a:xfrm>
            <a:off x="5029200" y="3072384"/>
            <a:ext cx="1691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E3C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8B5E3C"/>
                </a:solidFill>
                <a:latin typeface="Calibri"/>
                <a:ea typeface="Calibri"/>
                <a:cs typeface="Calibri"/>
                <a:sym typeface="Calibri"/>
              </a:rPr>
              <a:t>·  </a:t>
            </a:r>
            <a:r>
              <a:rPr b="0" i="0" lang="en" sz="10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ML 41.0%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4" name="Google Shape;1574;p53"/>
          <p:cNvSpPr/>
          <p:nvPr/>
        </p:nvSpPr>
        <p:spPr>
          <a:xfrm>
            <a:off x="5029200" y="3319272"/>
            <a:ext cx="1691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E3C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8B5E3C"/>
                </a:solidFill>
                <a:latin typeface="Calibri"/>
                <a:ea typeface="Calibri"/>
                <a:cs typeface="Calibri"/>
                <a:sym typeface="Calibri"/>
              </a:rPr>
              <a:t>·  </a:t>
            </a:r>
            <a:r>
              <a:rPr b="0" i="0" lang="en" sz="10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Statistics 39.8%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5" name="Google Shape;1575;p53"/>
          <p:cNvSpPr/>
          <p:nvPr/>
        </p:nvSpPr>
        <p:spPr>
          <a:xfrm>
            <a:off x="6784848" y="1572768"/>
            <a:ext cx="36600" cy="3154800"/>
          </a:xfrm>
          <a:prstGeom prst="rect">
            <a:avLst/>
          </a:prstGeom>
          <a:solidFill>
            <a:srgbClr val="D4C4A8"/>
          </a:solidFill>
          <a:ln cap="flat" cmpd="sng" w="12700">
            <a:solidFill>
              <a:srgbClr val="D4C4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6" name="Google Shape;1576;p53"/>
          <p:cNvSpPr/>
          <p:nvPr/>
        </p:nvSpPr>
        <p:spPr>
          <a:xfrm>
            <a:off x="6903720" y="1572768"/>
            <a:ext cx="178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8C6E"/>
              </a:buClr>
              <a:buSzPts val="1100"/>
              <a:buFont typeface="Georgia"/>
              <a:buNone/>
            </a:pPr>
            <a:r>
              <a:rPr b="0" i="0" lang="en" sz="1100" u="none" cap="none" strike="noStrike">
                <a:solidFill>
                  <a:srgbClr val="7D8C6E"/>
                </a:solidFill>
                <a:latin typeface="Georgia"/>
                <a:ea typeface="Georgia"/>
                <a:cs typeface="Georgia"/>
                <a:sym typeface="Georgia"/>
              </a:rPr>
              <a:t>BA / BI Roles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7" name="Google Shape;1577;p53"/>
          <p:cNvSpPr/>
          <p:nvPr/>
        </p:nvSpPr>
        <p:spPr>
          <a:xfrm>
            <a:off x="6903720" y="1828800"/>
            <a:ext cx="1783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652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7A6652"/>
                </a:solidFill>
                <a:latin typeface="Calibri"/>
                <a:ea typeface="Calibri"/>
                <a:cs typeface="Calibri"/>
                <a:sym typeface="Calibri"/>
              </a:rPr>
              <a:t>(71,869 postings)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8" name="Google Shape;1578;p53"/>
          <p:cNvSpPr/>
          <p:nvPr/>
        </p:nvSpPr>
        <p:spPr>
          <a:xfrm>
            <a:off x="6903720" y="2084832"/>
            <a:ext cx="1783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8C6E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7D8C6E"/>
                </a:solidFill>
                <a:latin typeface="Calibri"/>
                <a:ea typeface="Calibri"/>
                <a:cs typeface="Calibri"/>
                <a:sym typeface="Calibri"/>
              </a:rPr>
              <a:t>·  </a:t>
            </a:r>
            <a:r>
              <a:rPr b="0" i="0" lang="en" sz="10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Comm. 43.7%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9" name="Google Shape;1579;p53"/>
          <p:cNvSpPr/>
          <p:nvPr/>
        </p:nvSpPr>
        <p:spPr>
          <a:xfrm>
            <a:off x="6903720" y="2331720"/>
            <a:ext cx="1783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8C6E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7D8C6E"/>
                </a:solidFill>
                <a:latin typeface="Calibri"/>
                <a:ea typeface="Calibri"/>
                <a:cs typeface="Calibri"/>
                <a:sym typeface="Calibri"/>
              </a:rPr>
              <a:t>·  </a:t>
            </a:r>
            <a:r>
              <a:rPr b="0" i="0" lang="en" sz="10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Data Analysis 39.1%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0" name="Google Shape;1580;p53"/>
          <p:cNvSpPr/>
          <p:nvPr/>
        </p:nvSpPr>
        <p:spPr>
          <a:xfrm>
            <a:off x="6903720" y="2578608"/>
            <a:ext cx="1783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8C6E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7D8C6E"/>
                </a:solidFill>
                <a:latin typeface="Calibri"/>
                <a:ea typeface="Calibri"/>
                <a:cs typeface="Calibri"/>
                <a:sym typeface="Calibri"/>
              </a:rPr>
              <a:t>·  </a:t>
            </a:r>
            <a:r>
              <a:rPr b="0" i="0" lang="en" sz="10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Management 34.0%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1" name="Google Shape;1581;p53"/>
          <p:cNvSpPr/>
          <p:nvPr/>
        </p:nvSpPr>
        <p:spPr>
          <a:xfrm>
            <a:off x="6903720" y="2825496"/>
            <a:ext cx="1783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8C6E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7D8C6E"/>
                </a:solidFill>
                <a:latin typeface="Calibri"/>
                <a:ea typeface="Calibri"/>
                <a:cs typeface="Calibri"/>
                <a:sym typeface="Calibri"/>
              </a:rPr>
              <a:t>·  </a:t>
            </a:r>
            <a:r>
              <a:rPr b="0" i="0" lang="en" sz="10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SQL 29.8%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2" name="Google Shape;1582;p53"/>
          <p:cNvSpPr/>
          <p:nvPr/>
        </p:nvSpPr>
        <p:spPr>
          <a:xfrm>
            <a:off x="6903720" y="3072384"/>
            <a:ext cx="1783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8C6E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7D8C6E"/>
                </a:solidFill>
                <a:latin typeface="Calibri"/>
                <a:ea typeface="Calibri"/>
                <a:cs typeface="Calibri"/>
                <a:sym typeface="Calibri"/>
              </a:rPr>
              <a:t>·  </a:t>
            </a:r>
            <a:r>
              <a:rPr b="0" i="0" lang="en" sz="10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Problem Solving 25.5%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3" name="Google Shape;1583;p53"/>
          <p:cNvSpPr/>
          <p:nvPr/>
        </p:nvSpPr>
        <p:spPr>
          <a:xfrm>
            <a:off x="6903720" y="3319272"/>
            <a:ext cx="1783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8C6E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7D8C6E"/>
                </a:solidFill>
                <a:latin typeface="Calibri"/>
                <a:ea typeface="Calibri"/>
                <a:cs typeface="Calibri"/>
                <a:sym typeface="Calibri"/>
              </a:rPr>
              <a:t>·  </a:t>
            </a:r>
            <a:r>
              <a:rPr b="0" i="0" lang="en" sz="10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Leadership 24.1%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4" name="Google Shape;1584;p53"/>
          <p:cNvSpPr/>
          <p:nvPr/>
        </p:nvSpPr>
        <p:spPr>
          <a:xfrm>
            <a:off x="411480" y="4572000"/>
            <a:ext cx="8503800" cy="411600"/>
          </a:xfrm>
          <a:prstGeom prst="rect">
            <a:avLst/>
          </a:prstGeom>
          <a:solidFill>
            <a:srgbClr val="3D2B1F"/>
          </a:solidFill>
          <a:ln cap="flat" cmpd="sng" w="12700">
            <a:solidFill>
              <a:srgbClr val="3D2B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5" name="Google Shape;1585;p53"/>
          <p:cNvSpPr/>
          <p:nvPr/>
        </p:nvSpPr>
        <p:spPr>
          <a:xfrm>
            <a:off x="502920" y="4608576"/>
            <a:ext cx="8321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DCC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E8DCC8"/>
                </a:solidFill>
                <a:latin typeface="Calibri"/>
                <a:ea typeface="Calibri"/>
                <a:cs typeface="Calibri"/>
                <a:sym typeface="Calibri"/>
              </a:rPr>
              <a:t>Key insight:  SQL + Communication are the only skills that rank top-5 in BOTH role families.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EFE0"/>
        </a:solidFill>
      </p:bgPr>
    </p:bg>
    <p:spTree>
      <p:nvGrpSpPr>
        <p:cNvPr id="1590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p54"/>
          <p:cNvSpPr/>
          <p:nvPr/>
        </p:nvSpPr>
        <p:spPr>
          <a:xfrm>
            <a:off x="411480" y="228600"/>
            <a:ext cx="83211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E3C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8B5E3C"/>
                </a:solidFill>
                <a:latin typeface="Calibri"/>
                <a:ea typeface="Calibri"/>
                <a:cs typeface="Calibri"/>
                <a:sym typeface="Calibri"/>
              </a:rPr>
              <a:t>Q2  ·  ML, BA &amp; DS TRENDS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2" name="Google Shape;1592;p54"/>
          <p:cNvSpPr/>
          <p:nvPr/>
        </p:nvSpPr>
        <p:spPr>
          <a:xfrm>
            <a:off x="411480" y="502920"/>
            <a:ext cx="83211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3600"/>
              <a:buFont typeface="Georgia"/>
              <a:buNone/>
            </a:pPr>
            <a:r>
              <a:rPr b="0" i="0" lang="en" sz="3600" u="none" cap="none" strike="noStrike">
                <a:solidFill>
                  <a:srgbClr val="3D2B1F"/>
                </a:solidFill>
                <a:latin typeface="Georgia"/>
                <a:ea typeface="Georgia"/>
                <a:cs typeface="Georgia"/>
                <a:sym typeface="Georgia"/>
              </a:rPr>
              <a:t>AI/ML in Job Descriptions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3" name="Google Shape;1593;p54"/>
          <p:cNvSpPr/>
          <p:nvPr/>
        </p:nvSpPr>
        <p:spPr>
          <a:xfrm>
            <a:off x="411480" y="1188720"/>
            <a:ext cx="8321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652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rgbClr val="7A6652"/>
                </a:solidFill>
                <a:latin typeface="Calibri"/>
                <a:ea typeface="Calibri"/>
                <a:cs typeface="Calibri"/>
                <a:sym typeface="Calibri"/>
              </a:rPr>
              <a:t>Have job descriptions evolved to require AI/ML expertise?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4" name="Google Shape;1594;p54"/>
          <p:cNvSpPr/>
          <p:nvPr/>
        </p:nvSpPr>
        <p:spPr>
          <a:xfrm>
            <a:off x="411480" y="1600200"/>
            <a:ext cx="2560200" cy="2651700"/>
          </a:xfrm>
          <a:prstGeom prst="rect">
            <a:avLst/>
          </a:prstGeom>
          <a:solidFill>
            <a:srgbClr val="3D2B1F"/>
          </a:solidFill>
          <a:ln cap="flat" cmpd="sng" w="12700">
            <a:solidFill>
              <a:srgbClr val="3D2B1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8B5E3C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5" name="Google Shape;1595;p54"/>
          <p:cNvSpPr/>
          <p:nvPr/>
        </p:nvSpPr>
        <p:spPr>
          <a:xfrm>
            <a:off x="411480" y="1783080"/>
            <a:ext cx="25602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DCC8"/>
              </a:buClr>
              <a:buSzPts val="5800"/>
              <a:buFont typeface="Georgia"/>
              <a:buNone/>
            </a:pPr>
            <a:r>
              <a:rPr b="0" i="0" lang="en" sz="5800" u="none" cap="none" strike="noStrike">
                <a:solidFill>
                  <a:srgbClr val="E8DCC8"/>
                </a:solidFill>
                <a:latin typeface="Georgia"/>
                <a:ea typeface="Georgia"/>
                <a:cs typeface="Georgia"/>
                <a:sym typeface="Georgia"/>
              </a:rPr>
              <a:t>9.3%</a:t>
            </a:r>
            <a:endParaRPr b="0" i="0" sz="5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6" name="Google Shape;1596;p54"/>
          <p:cNvSpPr/>
          <p:nvPr/>
        </p:nvSpPr>
        <p:spPr>
          <a:xfrm>
            <a:off x="411480" y="2834640"/>
            <a:ext cx="2560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4C4A8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D4C4A8"/>
                </a:solidFill>
                <a:latin typeface="Calibri"/>
                <a:ea typeface="Calibri"/>
                <a:cs typeface="Calibri"/>
                <a:sym typeface="Calibri"/>
              </a:rPr>
              <a:t>of postings require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4C4A8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D4C4A8"/>
                </a:solidFill>
                <a:latin typeface="Calibri"/>
                <a:ea typeface="Calibri"/>
                <a:cs typeface="Calibri"/>
                <a:sym typeface="Calibri"/>
              </a:rPr>
              <a:t>AI/ML skills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7" name="Google Shape;1597;p54"/>
          <p:cNvSpPr/>
          <p:nvPr/>
        </p:nvSpPr>
        <p:spPr>
          <a:xfrm>
            <a:off x="3246120" y="1572768"/>
            <a:ext cx="3200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652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7A6652"/>
                </a:solidFill>
                <a:latin typeface="Calibri"/>
                <a:ea typeface="Calibri"/>
                <a:cs typeface="Calibri"/>
                <a:sym typeface="Calibri"/>
              </a:rPr>
              <a:t>AI/ML Adoption by Month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8" name="Google Shape;1598;p54"/>
          <p:cNvSpPr/>
          <p:nvPr/>
        </p:nvSpPr>
        <p:spPr>
          <a:xfrm>
            <a:off x="3246120" y="1920240"/>
            <a:ext cx="777300" cy="1920300"/>
          </a:xfrm>
          <a:prstGeom prst="rect">
            <a:avLst/>
          </a:prstGeom>
          <a:solidFill>
            <a:srgbClr val="E8DCC8"/>
          </a:solidFill>
          <a:ln cap="flat" cmpd="sng" w="12700">
            <a:solidFill>
              <a:srgbClr val="D4C4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9" name="Google Shape;1599;p54"/>
          <p:cNvSpPr/>
          <p:nvPr/>
        </p:nvSpPr>
        <p:spPr>
          <a:xfrm>
            <a:off x="3246120" y="2560320"/>
            <a:ext cx="777300" cy="1280100"/>
          </a:xfrm>
          <a:prstGeom prst="rect">
            <a:avLst/>
          </a:prstGeom>
          <a:solidFill>
            <a:srgbClr val="8B5E3C"/>
          </a:solidFill>
          <a:ln cap="flat" cmpd="sng" w="12700">
            <a:solidFill>
              <a:srgbClr val="8B5E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0" name="Google Shape;1600;p54"/>
          <p:cNvSpPr/>
          <p:nvPr/>
        </p:nvSpPr>
        <p:spPr>
          <a:xfrm>
            <a:off x="3246120" y="2286000"/>
            <a:ext cx="77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E3C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8B5E3C"/>
                </a:solidFill>
                <a:latin typeface="Calibri"/>
                <a:ea typeface="Calibri"/>
                <a:cs typeface="Calibri"/>
                <a:sym typeface="Calibri"/>
              </a:rPr>
              <a:t>7.6%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1" name="Google Shape;1601;p54"/>
          <p:cNvSpPr/>
          <p:nvPr/>
        </p:nvSpPr>
        <p:spPr>
          <a:xfrm>
            <a:off x="3246120" y="3895344"/>
            <a:ext cx="77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6652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7A6652"/>
                </a:solidFill>
                <a:latin typeface="Calibri"/>
                <a:ea typeface="Calibri"/>
                <a:cs typeface="Calibri"/>
                <a:sym typeface="Calibri"/>
              </a:rPr>
              <a:t>May '24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2" name="Google Shape;1602;p54"/>
          <p:cNvSpPr/>
          <p:nvPr/>
        </p:nvSpPr>
        <p:spPr>
          <a:xfrm>
            <a:off x="4224528" y="1920240"/>
            <a:ext cx="777300" cy="1920300"/>
          </a:xfrm>
          <a:prstGeom prst="rect">
            <a:avLst/>
          </a:prstGeom>
          <a:solidFill>
            <a:srgbClr val="E8DCC8"/>
          </a:solidFill>
          <a:ln cap="flat" cmpd="sng" w="12700">
            <a:solidFill>
              <a:srgbClr val="D4C4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3" name="Google Shape;1603;p54"/>
          <p:cNvSpPr/>
          <p:nvPr/>
        </p:nvSpPr>
        <p:spPr>
          <a:xfrm>
            <a:off x="4224528" y="2391878"/>
            <a:ext cx="777300" cy="1448700"/>
          </a:xfrm>
          <a:prstGeom prst="rect">
            <a:avLst/>
          </a:prstGeom>
          <a:solidFill>
            <a:srgbClr val="8B5E3C">
              <a:alpha val="92160"/>
            </a:srgbClr>
          </a:solidFill>
          <a:ln cap="flat" cmpd="sng" w="12700">
            <a:solidFill>
              <a:srgbClr val="8B5E3C">
                <a:alpha val="921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4" name="Google Shape;1604;p54"/>
          <p:cNvSpPr/>
          <p:nvPr/>
        </p:nvSpPr>
        <p:spPr>
          <a:xfrm>
            <a:off x="4224528" y="2117558"/>
            <a:ext cx="77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E3C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8B5E3C"/>
                </a:solidFill>
                <a:latin typeface="Calibri"/>
                <a:ea typeface="Calibri"/>
                <a:cs typeface="Calibri"/>
                <a:sym typeface="Calibri"/>
              </a:rPr>
              <a:t>8.6%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5" name="Google Shape;1605;p54"/>
          <p:cNvSpPr/>
          <p:nvPr/>
        </p:nvSpPr>
        <p:spPr>
          <a:xfrm>
            <a:off x="4224528" y="3895344"/>
            <a:ext cx="77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6652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7A6652"/>
                </a:solidFill>
                <a:latin typeface="Calibri"/>
                <a:ea typeface="Calibri"/>
                <a:cs typeface="Calibri"/>
                <a:sym typeface="Calibri"/>
              </a:rPr>
              <a:t>Jun '24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6" name="Google Shape;1606;p54"/>
          <p:cNvSpPr/>
          <p:nvPr/>
        </p:nvSpPr>
        <p:spPr>
          <a:xfrm>
            <a:off x="5202936" y="1920240"/>
            <a:ext cx="777300" cy="1920300"/>
          </a:xfrm>
          <a:prstGeom prst="rect">
            <a:avLst/>
          </a:prstGeom>
          <a:solidFill>
            <a:srgbClr val="E8DCC8"/>
          </a:solidFill>
          <a:ln cap="flat" cmpd="sng" w="12700">
            <a:solidFill>
              <a:srgbClr val="D4C4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7" name="Google Shape;1607;p54"/>
          <p:cNvSpPr/>
          <p:nvPr/>
        </p:nvSpPr>
        <p:spPr>
          <a:xfrm>
            <a:off x="5202936" y="2307657"/>
            <a:ext cx="777300" cy="1532700"/>
          </a:xfrm>
          <a:prstGeom prst="rect">
            <a:avLst/>
          </a:prstGeom>
          <a:solidFill>
            <a:srgbClr val="8B5E3C">
              <a:alpha val="83920"/>
            </a:srgbClr>
          </a:solidFill>
          <a:ln cap="flat" cmpd="sng" w="12700">
            <a:solidFill>
              <a:srgbClr val="8B5E3C">
                <a:alpha val="8392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8" name="Google Shape;1608;p54"/>
          <p:cNvSpPr/>
          <p:nvPr/>
        </p:nvSpPr>
        <p:spPr>
          <a:xfrm>
            <a:off x="5202936" y="2033337"/>
            <a:ext cx="77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E3C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8B5E3C"/>
                </a:solidFill>
                <a:latin typeface="Calibri"/>
                <a:ea typeface="Calibri"/>
                <a:cs typeface="Calibri"/>
                <a:sym typeface="Calibri"/>
              </a:rPr>
              <a:t>9.1%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9" name="Google Shape;1609;p54"/>
          <p:cNvSpPr/>
          <p:nvPr/>
        </p:nvSpPr>
        <p:spPr>
          <a:xfrm>
            <a:off x="5202936" y="3895344"/>
            <a:ext cx="77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6652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7A6652"/>
                </a:solidFill>
                <a:latin typeface="Calibri"/>
                <a:ea typeface="Calibri"/>
                <a:cs typeface="Calibri"/>
                <a:sym typeface="Calibri"/>
              </a:rPr>
              <a:t>Jul '24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0" name="Google Shape;1610;p54"/>
          <p:cNvSpPr/>
          <p:nvPr/>
        </p:nvSpPr>
        <p:spPr>
          <a:xfrm>
            <a:off x="6181344" y="1920240"/>
            <a:ext cx="777300" cy="1920300"/>
          </a:xfrm>
          <a:prstGeom prst="rect">
            <a:avLst/>
          </a:prstGeom>
          <a:solidFill>
            <a:srgbClr val="E8DCC8"/>
          </a:solidFill>
          <a:ln cap="flat" cmpd="sng" w="12700">
            <a:solidFill>
              <a:srgbClr val="D4C4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1" name="Google Shape;1611;p54"/>
          <p:cNvSpPr/>
          <p:nvPr/>
        </p:nvSpPr>
        <p:spPr>
          <a:xfrm>
            <a:off x="6181344" y="2172903"/>
            <a:ext cx="777300" cy="1667700"/>
          </a:xfrm>
          <a:prstGeom prst="rect">
            <a:avLst/>
          </a:prstGeom>
          <a:solidFill>
            <a:srgbClr val="8B5E3C">
              <a:alpha val="76080"/>
            </a:srgbClr>
          </a:solidFill>
          <a:ln cap="flat" cmpd="sng" w="12700">
            <a:solidFill>
              <a:srgbClr val="8B5E3C">
                <a:alpha val="7608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2" name="Google Shape;1612;p54"/>
          <p:cNvSpPr/>
          <p:nvPr/>
        </p:nvSpPr>
        <p:spPr>
          <a:xfrm>
            <a:off x="6181344" y="1898583"/>
            <a:ext cx="77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E3C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8B5E3C"/>
                </a:solidFill>
                <a:latin typeface="Calibri"/>
                <a:ea typeface="Calibri"/>
                <a:cs typeface="Calibri"/>
                <a:sym typeface="Calibri"/>
              </a:rPr>
              <a:t>9.9%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3" name="Google Shape;1613;p54"/>
          <p:cNvSpPr/>
          <p:nvPr/>
        </p:nvSpPr>
        <p:spPr>
          <a:xfrm>
            <a:off x="6181344" y="3895344"/>
            <a:ext cx="77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6652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7A6652"/>
                </a:solidFill>
                <a:latin typeface="Calibri"/>
                <a:ea typeface="Calibri"/>
                <a:cs typeface="Calibri"/>
                <a:sym typeface="Calibri"/>
              </a:rPr>
              <a:t>Aug '24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4" name="Google Shape;1614;p54"/>
          <p:cNvSpPr/>
          <p:nvPr/>
        </p:nvSpPr>
        <p:spPr>
          <a:xfrm>
            <a:off x="7159752" y="1920240"/>
            <a:ext cx="777300" cy="1920300"/>
          </a:xfrm>
          <a:prstGeom prst="rect">
            <a:avLst/>
          </a:prstGeom>
          <a:solidFill>
            <a:srgbClr val="E8DCC8"/>
          </a:solidFill>
          <a:ln cap="flat" cmpd="sng" w="12700">
            <a:solidFill>
              <a:srgbClr val="D4C4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5" name="Google Shape;1615;p54"/>
          <p:cNvSpPr/>
          <p:nvPr/>
        </p:nvSpPr>
        <p:spPr>
          <a:xfrm>
            <a:off x="7159752" y="1920240"/>
            <a:ext cx="777300" cy="1920300"/>
          </a:xfrm>
          <a:prstGeom prst="rect">
            <a:avLst/>
          </a:prstGeom>
          <a:solidFill>
            <a:srgbClr val="8B5E3C">
              <a:alpha val="67840"/>
            </a:srgbClr>
          </a:solidFill>
          <a:ln cap="flat" cmpd="sng" w="12700">
            <a:solidFill>
              <a:srgbClr val="8B5E3C">
                <a:alpha val="6784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6" name="Google Shape;1616;p54"/>
          <p:cNvSpPr/>
          <p:nvPr/>
        </p:nvSpPr>
        <p:spPr>
          <a:xfrm>
            <a:off x="7159752" y="1645920"/>
            <a:ext cx="77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E3C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8B5E3C"/>
                </a:solidFill>
                <a:latin typeface="Calibri"/>
                <a:ea typeface="Calibri"/>
                <a:cs typeface="Calibri"/>
                <a:sym typeface="Calibri"/>
              </a:rPr>
              <a:t>11.4%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7" name="Google Shape;1617;p54"/>
          <p:cNvSpPr/>
          <p:nvPr/>
        </p:nvSpPr>
        <p:spPr>
          <a:xfrm>
            <a:off x="7159752" y="3895344"/>
            <a:ext cx="77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6652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7A6652"/>
                </a:solidFill>
                <a:latin typeface="Calibri"/>
                <a:ea typeface="Calibri"/>
                <a:cs typeface="Calibri"/>
                <a:sym typeface="Calibri"/>
              </a:rPr>
              <a:t>Sep '24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8" name="Google Shape;1618;p54"/>
          <p:cNvSpPr/>
          <p:nvPr/>
        </p:nvSpPr>
        <p:spPr>
          <a:xfrm>
            <a:off x="411480" y="4407408"/>
            <a:ext cx="8503800" cy="868800"/>
          </a:xfrm>
          <a:prstGeom prst="rect">
            <a:avLst/>
          </a:prstGeom>
          <a:solidFill>
            <a:srgbClr val="FBF7EF"/>
          </a:solidFill>
          <a:ln cap="flat" cmpd="sng" w="12700">
            <a:solidFill>
              <a:srgbClr val="D4C4A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8B5E3C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9" name="Google Shape;1619;p54"/>
          <p:cNvSpPr/>
          <p:nvPr/>
        </p:nvSpPr>
        <p:spPr>
          <a:xfrm>
            <a:off x="502920" y="445312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652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7A6652"/>
                </a:solidFill>
                <a:latin typeface="Calibri"/>
                <a:ea typeface="Calibri"/>
                <a:cs typeface="Calibri"/>
                <a:sym typeface="Calibri"/>
              </a:rPr>
              <a:t>Top AI/ML skills demanded: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0" name="Google Shape;1620;p54"/>
          <p:cNvSpPr/>
          <p:nvPr/>
        </p:nvSpPr>
        <p:spPr>
          <a:xfrm>
            <a:off x="502920" y="4663440"/>
            <a:ext cx="15087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Machine Learning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8,016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1" name="Google Shape;1621;p54"/>
          <p:cNvSpPr/>
          <p:nvPr/>
        </p:nvSpPr>
        <p:spPr>
          <a:xfrm>
            <a:off x="2057400" y="4462272"/>
            <a:ext cx="22800" cy="685800"/>
          </a:xfrm>
          <a:prstGeom prst="rect">
            <a:avLst/>
          </a:prstGeom>
          <a:solidFill>
            <a:srgbClr val="D4C4A8"/>
          </a:solidFill>
          <a:ln cap="flat" cmpd="sng" w="12700">
            <a:solidFill>
              <a:srgbClr val="D4C4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2" name="Google Shape;1622;p54"/>
          <p:cNvSpPr/>
          <p:nvPr/>
        </p:nvSpPr>
        <p:spPr>
          <a:xfrm>
            <a:off x="2103120" y="4663440"/>
            <a:ext cx="15087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Artificial Intelligence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6,280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3" name="Google Shape;1623;p54"/>
          <p:cNvSpPr/>
          <p:nvPr/>
        </p:nvSpPr>
        <p:spPr>
          <a:xfrm>
            <a:off x="3657600" y="4462272"/>
            <a:ext cx="22800" cy="685800"/>
          </a:xfrm>
          <a:prstGeom prst="rect">
            <a:avLst/>
          </a:prstGeom>
          <a:solidFill>
            <a:srgbClr val="D4C4A8"/>
          </a:solidFill>
          <a:ln cap="flat" cmpd="sng" w="12700">
            <a:solidFill>
              <a:srgbClr val="D4C4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4" name="Google Shape;1624;p54"/>
          <p:cNvSpPr/>
          <p:nvPr/>
        </p:nvSpPr>
        <p:spPr>
          <a:xfrm>
            <a:off x="3703320" y="4663440"/>
            <a:ext cx="15087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Gen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2,280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5" name="Google Shape;1625;p54"/>
          <p:cNvSpPr/>
          <p:nvPr/>
        </p:nvSpPr>
        <p:spPr>
          <a:xfrm>
            <a:off x="5257800" y="4462272"/>
            <a:ext cx="22800" cy="685800"/>
          </a:xfrm>
          <a:prstGeom prst="rect">
            <a:avLst/>
          </a:prstGeom>
          <a:solidFill>
            <a:srgbClr val="D4C4A8"/>
          </a:solidFill>
          <a:ln cap="flat" cmpd="sng" w="12700">
            <a:solidFill>
              <a:srgbClr val="D4C4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6" name="Google Shape;1626;p54"/>
          <p:cNvSpPr/>
          <p:nvPr/>
        </p:nvSpPr>
        <p:spPr>
          <a:xfrm>
            <a:off x="5303520" y="4663440"/>
            <a:ext cx="15087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TensorFlow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591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7" name="Google Shape;1627;p54"/>
          <p:cNvSpPr/>
          <p:nvPr/>
        </p:nvSpPr>
        <p:spPr>
          <a:xfrm>
            <a:off x="6858000" y="4462272"/>
            <a:ext cx="22800" cy="685800"/>
          </a:xfrm>
          <a:prstGeom prst="rect">
            <a:avLst/>
          </a:prstGeom>
          <a:solidFill>
            <a:srgbClr val="D4C4A8"/>
          </a:solidFill>
          <a:ln cap="flat" cmpd="sng" w="12700">
            <a:solidFill>
              <a:srgbClr val="D4C4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8" name="Google Shape;1628;p54"/>
          <p:cNvSpPr/>
          <p:nvPr/>
        </p:nvSpPr>
        <p:spPr>
          <a:xfrm>
            <a:off x="6903720" y="4663440"/>
            <a:ext cx="15087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NLP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566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9" name="Google Shape;1629;p54"/>
          <p:cNvSpPr/>
          <p:nvPr/>
        </p:nvSpPr>
        <p:spPr>
          <a:xfrm>
            <a:off x="411480" y="4919472"/>
            <a:ext cx="8503800" cy="228600"/>
          </a:xfrm>
          <a:prstGeom prst="rect">
            <a:avLst/>
          </a:prstGeom>
          <a:solidFill>
            <a:srgbClr val="3D2B1F"/>
          </a:solidFill>
          <a:ln cap="flat" cmpd="sng" w="12700">
            <a:solidFill>
              <a:srgbClr val="3D2B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0" name="Google Shape;1630;p54"/>
          <p:cNvSpPr/>
          <p:nvPr/>
        </p:nvSpPr>
        <p:spPr>
          <a:xfrm>
            <a:off x="502920" y="4919472"/>
            <a:ext cx="8321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DCC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E8DCC8"/>
                </a:solidFill>
                <a:latin typeface="Calibri"/>
                <a:ea typeface="Calibri"/>
                <a:cs typeface="Calibri"/>
                <a:sym typeface="Calibri"/>
              </a:rPr>
              <a:t>Key insight:  AI/ML demand grew from 7.6% → 11.4% in just 5 months — a clear upward trajectory.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EF"/>
        </a:solidFill>
      </p:bgPr>
    </p:bg>
    <p:spTree>
      <p:nvGrpSpPr>
        <p:cNvPr id="1635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Google Shape;1636;p55"/>
          <p:cNvSpPr/>
          <p:nvPr/>
        </p:nvSpPr>
        <p:spPr>
          <a:xfrm>
            <a:off x="411480" y="228600"/>
            <a:ext cx="83211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E3C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8B5E3C"/>
                </a:solidFill>
                <a:latin typeface="Calibri"/>
                <a:ea typeface="Calibri"/>
                <a:cs typeface="Calibri"/>
                <a:sym typeface="Calibri"/>
              </a:rPr>
              <a:t>Q3 &amp; Q4  ·  ML, BA &amp; DS TRENDS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7" name="Google Shape;1637;p55"/>
          <p:cNvSpPr/>
          <p:nvPr/>
        </p:nvSpPr>
        <p:spPr>
          <a:xfrm>
            <a:off x="411480" y="502920"/>
            <a:ext cx="8321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3300"/>
              <a:buFont typeface="Georgia"/>
              <a:buNone/>
            </a:pPr>
            <a:r>
              <a:rPr b="0" i="0" lang="en" sz="3300" u="none" cap="none" strike="noStrike">
                <a:solidFill>
                  <a:srgbClr val="3D2B1F"/>
                </a:solidFill>
                <a:latin typeface="Georgia"/>
                <a:ea typeface="Georgia"/>
                <a:cs typeface="Georgia"/>
                <a:sym typeface="Georgia"/>
              </a:rPr>
              <a:t>Industry Hiring  &amp;  BA Career Outlook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8" name="Google Shape;1638;p55"/>
          <p:cNvSpPr/>
          <p:nvPr/>
        </p:nvSpPr>
        <p:spPr>
          <a:xfrm>
            <a:off x="4572000" y="1261872"/>
            <a:ext cx="45600" cy="3383400"/>
          </a:xfrm>
          <a:prstGeom prst="rect">
            <a:avLst/>
          </a:prstGeom>
          <a:solidFill>
            <a:srgbClr val="D4C4A8"/>
          </a:solidFill>
          <a:ln cap="flat" cmpd="sng" w="12700">
            <a:solidFill>
              <a:srgbClr val="D4C4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9" name="Google Shape;1639;p55"/>
          <p:cNvSpPr/>
          <p:nvPr/>
        </p:nvSpPr>
        <p:spPr>
          <a:xfrm>
            <a:off x="411480" y="1234440"/>
            <a:ext cx="4023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E3C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rgbClr val="8B5E3C"/>
                </a:solidFill>
                <a:latin typeface="Calibri"/>
                <a:ea typeface="Calibri"/>
                <a:cs typeface="Calibri"/>
                <a:sym typeface="Calibri"/>
              </a:rPr>
              <a:t>Q3: Which industries hire the most data scientists?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0" name="Google Shape;1640;p55"/>
          <p:cNvSpPr/>
          <p:nvPr/>
        </p:nvSpPr>
        <p:spPr>
          <a:xfrm>
            <a:off x="411480" y="1554480"/>
            <a:ext cx="4023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652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7A6652"/>
                </a:solidFill>
                <a:latin typeface="Calibri"/>
                <a:ea typeface="Calibri"/>
                <a:cs typeface="Calibri"/>
                <a:sym typeface="Calibri"/>
              </a:rPr>
              <a:t>14,214 data science postings  (19.6% of all)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1" name="Google Shape;1641;p55"/>
          <p:cNvSpPr/>
          <p:nvPr/>
        </p:nvSpPr>
        <p:spPr>
          <a:xfrm>
            <a:off x="1627632" y="1947672"/>
            <a:ext cx="2469000" cy="274200"/>
          </a:xfrm>
          <a:prstGeom prst="rect">
            <a:avLst/>
          </a:prstGeom>
          <a:solidFill>
            <a:srgbClr val="E8DCC8"/>
          </a:solidFill>
          <a:ln cap="flat" cmpd="sng" w="12700">
            <a:solidFill>
              <a:srgbClr val="D4C4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2" name="Google Shape;1642;p55"/>
          <p:cNvSpPr/>
          <p:nvPr/>
        </p:nvSpPr>
        <p:spPr>
          <a:xfrm>
            <a:off x="1627632" y="1947672"/>
            <a:ext cx="2469000" cy="274200"/>
          </a:xfrm>
          <a:prstGeom prst="rect">
            <a:avLst/>
          </a:prstGeom>
          <a:solidFill>
            <a:srgbClr val="8B5E3C"/>
          </a:solidFill>
          <a:ln cap="flat" cmpd="sng" w="12700">
            <a:solidFill>
              <a:srgbClr val="8B5E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3" name="Google Shape;1643;p55"/>
          <p:cNvSpPr/>
          <p:nvPr/>
        </p:nvSpPr>
        <p:spPr>
          <a:xfrm>
            <a:off x="411480" y="1874520"/>
            <a:ext cx="1170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Prof. &amp; Scientific Services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4" name="Google Shape;1644;p55"/>
          <p:cNvSpPr/>
          <p:nvPr/>
        </p:nvSpPr>
        <p:spPr>
          <a:xfrm>
            <a:off x="4160520" y="1874520"/>
            <a:ext cx="347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E3C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8B5E3C"/>
                </a:solidFill>
                <a:latin typeface="Calibri"/>
                <a:ea typeface="Calibri"/>
                <a:cs typeface="Calibri"/>
                <a:sym typeface="Calibri"/>
              </a:rPr>
              <a:t>25%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5" name="Google Shape;1645;p55"/>
          <p:cNvSpPr/>
          <p:nvPr/>
        </p:nvSpPr>
        <p:spPr>
          <a:xfrm>
            <a:off x="1627632" y="2423160"/>
            <a:ext cx="2469000" cy="274200"/>
          </a:xfrm>
          <a:prstGeom prst="rect">
            <a:avLst/>
          </a:prstGeom>
          <a:solidFill>
            <a:srgbClr val="E8DCC8"/>
          </a:solidFill>
          <a:ln cap="flat" cmpd="sng" w="12700">
            <a:solidFill>
              <a:srgbClr val="D4C4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6" name="Google Shape;1646;p55"/>
          <p:cNvSpPr/>
          <p:nvPr/>
        </p:nvSpPr>
        <p:spPr>
          <a:xfrm>
            <a:off x="1627632" y="2423160"/>
            <a:ext cx="1629300" cy="274200"/>
          </a:xfrm>
          <a:prstGeom prst="rect">
            <a:avLst/>
          </a:prstGeom>
          <a:solidFill>
            <a:srgbClr val="8B5E3C">
              <a:alpha val="87840"/>
            </a:srgbClr>
          </a:solidFill>
          <a:ln cap="flat" cmpd="sng" w="12700">
            <a:solidFill>
              <a:srgbClr val="8B5E3C">
                <a:alpha val="8784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7" name="Google Shape;1647;p55"/>
          <p:cNvSpPr/>
          <p:nvPr/>
        </p:nvSpPr>
        <p:spPr>
          <a:xfrm>
            <a:off x="411480" y="2350008"/>
            <a:ext cx="1170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Admin &amp; Support Services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8" name="Google Shape;1648;p55"/>
          <p:cNvSpPr/>
          <p:nvPr/>
        </p:nvSpPr>
        <p:spPr>
          <a:xfrm>
            <a:off x="4160520" y="2350008"/>
            <a:ext cx="347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E3C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8B5E3C"/>
                </a:solidFill>
                <a:latin typeface="Calibri"/>
                <a:ea typeface="Calibri"/>
                <a:cs typeface="Calibri"/>
                <a:sym typeface="Calibri"/>
              </a:rPr>
              <a:t>16%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9" name="Google Shape;1649;p55"/>
          <p:cNvSpPr/>
          <p:nvPr/>
        </p:nvSpPr>
        <p:spPr>
          <a:xfrm>
            <a:off x="1627632" y="2898648"/>
            <a:ext cx="2469000" cy="274200"/>
          </a:xfrm>
          <a:prstGeom prst="rect">
            <a:avLst/>
          </a:prstGeom>
          <a:solidFill>
            <a:srgbClr val="E8DCC8"/>
          </a:solidFill>
          <a:ln cap="flat" cmpd="sng" w="12700">
            <a:solidFill>
              <a:srgbClr val="D4C4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0" name="Google Shape;1650;p55"/>
          <p:cNvSpPr/>
          <p:nvPr/>
        </p:nvSpPr>
        <p:spPr>
          <a:xfrm>
            <a:off x="1627632" y="2898648"/>
            <a:ext cx="1039500" cy="274200"/>
          </a:xfrm>
          <a:prstGeom prst="rect">
            <a:avLst/>
          </a:prstGeom>
          <a:solidFill>
            <a:srgbClr val="8B5E3C">
              <a:alpha val="76080"/>
            </a:srgbClr>
          </a:solidFill>
          <a:ln cap="flat" cmpd="sng" w="12700">
            <a:solidFill>
              <a:srgbClr val="8B5E3C">
                <a:alpha val="7608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1" name="Google Shape;1651;p55"/>
          <p:cNvSpPr/>
          <p:nvPr/>
        </p:nvSpPr>
        <p:spPr>
          <a:xfrm>
            <a:off x="411480" y="2825496"/>
            <a:ext cx="1170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Finance &amp; Insurance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2" name="Google Shape;1652;p55"/>
          <p:cNvSpPr/>
          <p:nvPr/>
        </p:nvSpPr>
        <p:spPr>
          <a:xfrm>
            <a:off x="4160520" y="2825496"/>
            <a:ext cx="347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E3C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8B5E3C"/>
                </a:solidFill>
                <a:latin typeface="Calibri"/>
                <a:ea typeface="Calibri"/>
                <a:cs typeface="Calibri"/>
                <a:sym typeface="Calibri"/>
              </a:rPr>
              <a:t>10%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3" name="Google Shape;1653;p55"/>
          <p:cNvSpPr/>
          <p:nvPr/>
        </p:nvSpPr>
        <p:spPr>
          <a:xfrm>
            <a:off x="1627632" y="3374136"/>
            <a:ext cx="2469000" cy="274200"/>
          </a:xfrm>
          <a:prstGeom prst="rect">
            <a:avLst/>
          </a:prstGeom>
          <a:solidFill>
            <a:srgbClr val="E8DCC8"/>
          </a:solidFill>
          <a:ln cap="flat" cmpd="sng" w="12700">
            <a:solidFill>
              <a:srgbClr val="D4C4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4" name="Google Shape;1654;p55"/>
          <p:cNvSpPr/>
          <p:nvPr/>
        </p:nvSpPr>
        <p:spPr>
          <a:xfrm>
            <a:off x="1627632" y="3374136"/>
            <a:ext cx="599700" cy="274200"/>
          </a:xfrm>
          <a:prstGeom prst="rect">
            <a:avLst/>
          </a:prstGeom>
          <a:solidFill>
            <a:srgbClr val="8B5E3C">
              <a:alpha val="63919"/>
            </a:srgbClr>
          </a:solidFill>
          <a:ln cap="flat" cmpd="sng" w="12700">
            <a:solidFill>
              <a:srgbClr val="8B5E3C">
                <a:alpha val="639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5" name="Google Shape;1655;p55"/>
          <p:cNvSpPr/>
          <p:nvPr/>
        </p:nvSpPr>
        <p:spPr>
          <a:xfrm>
            <a:off x="411480" y="3300984"/>
            <a:ext cx="1170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Information / Tech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6" name="Google Shape;1656;p55"/>
          <p:cNvSpPr/>
          <p:nvPr/>
        </p:nvSpPr>
        <p:spPr>
          <a:xfrm>
            <a:off x="4160520" y="3300984"/>
            <a:ext cx="347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E3C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8B5E3C"/>
                </a:solidFill>
                <a:latin typeface="Calibri"/>
                <a:ea typeface="Calibri"/>
                <a:cs typeface="Calibri"/>
                <a:sym typeface="Calibri"/>
              </a:rPr>
              <a:t>6%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7" name="Google Shape;1657;p55"/>
          <p:cNvSpPr/>
          <p:nvPr/>
        </p:nvSpPr>
        <p:spPr>
          <a:xfrm>
            <a:off x="1627632" y="3849624"/>
            <a:ext cx="2469000" cy="274200"/>
          </a:xfrm>
          <a:prstGeom prst="rect">
            <a:avLst/>
          </a:prstGeom>
          <a:solidFill>
            <a:srgbClr val="E8DCC8"/>
          </a:solidFill>
          <a:ln cap="flat" cmpd="sng" w="12700">
            <a:solidFill>
              <a:srgbClr val="D4C4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8" name="Google Shape;1658;p55"/>
          <p:cNvSpPr/>
          <p:nvPr/>
        </p:nvSpPr>
        <p:spPr>
          <a:xfrm>
            <a:off x="1627632" y="3849624"/>
            <a:ext cx="539700" cy="274200"/>
          </a:xfrm>
          <a:prstGeom prst="rect">
            <a:avLst/>
          </a:prstGeom>
          <a:solidFill>
            <a:srgbClr val="8B5E3C">
              <a:alpha val="52160"/>
            </a:srgbClr>
          </a:solidFill>
          <a:ln cap="flat" cmpd="sng" w="12700">
            <a:solidFill>
              <a:srgbClr val="8B5E3C">
                <a:alpha val="521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9" name="Google Shape;1659;p55"/>
          <p:cNvSpPr/>
          <p:nvPr/>
        </p:nvSpPr>
        <p:spPr>
          <a:xfrm>
            <a:off x="411480" y="3776472"/>
            <a:ext cx="1170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Healthcare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0" name="Google Shape;1660;p55"/>
          <p:cNvSpPr/>
          <p:nvPr/>
        </p:nvSpPr>
        <p:spPr>
          <a:xfrm>
            <a:off x="4160520" y="3776472"/>
            <a:ext cx="347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E3C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8B5E3C"/>
                </a:solidFill>
                <a:latin typeface="Calibri"/>
                <a:ea typeface="Calibri"/>
                <a:cs typeface="Calibri"/>
                <a:sym typeface="Calibri"/>
              </a:rPr>
              <a:t>5%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1" name="Google Shape;1661;p55"/>
          <p:cNvSpPr/>
          <p:nvPr/>
        </p:nvSpPr>
        <p:spPr>
          <a:xfrm>
            <a:off x="1627632" y="4325112"/>
            <a:ext cx="2469000" cy="274200"/>
          </a:xfrm>
          <a:prstGeom prst="rect">
            <a:avLst/>
          </a:prstGeom>
          <a:solidFill>
            <a:srgbClr val="E8DCC8"/>
          </a:solidFill>
          <a:ln cap="flat" cmpd="sng" w="12700">
            <a:solidFill>
              <a:srgbClr val="D4C4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2" name="Google Shape;1662;p55"/>
          <p:cNvSpPr/>
          <p:nvPr/>
        </p:nvSpPr>
        <p:spPr>
          <a:xfrm>
            <a:off x="1627632" y="4325112"/>
            <a:ext cx="529800" cy="274200"/>
          </a:xfrm>
          <a:prstGeom prst="rect">
            <a:avLst/>
          </a:prstGeom>
          <a:solidFill>
            <a:srgbClr val="8B5E3C">
              <a:alpha val="40000"/>
            </a:srgbClr>
          </a:solidFill>
          <a:ln cap="flat" cmpd="sng" w="12700">
            <a:solidFill>
              <a:srgbClr val="8B5E3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3" name="Google Shape;1663;p55"/>
          <p:cNvSpPr/>
          <p:nvPr/>
        </p:nvSpPr>
        <p:spPr>
          <a:xfrm>
            <a:off x="411480" y="4251960"/>
            <a:ext cx="1170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Manufacturing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4" name="Google Shape;1664;p55"/>
          <p:cNvSpPr/>
          <p:nvPr/>
        </p:nvSpPr>
        <p:spPr>
          <a:xfrm>
            <a:off x="4160520" y="4251960"/>
            <a:ext cx="347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E3C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8B5E3C"/>
                </a:solidFill>
                <a:latin typeface="Calibri"/>
                <a:ea typeface="Calibri"/>
                <a:cs typeface="Calibri"/>
                <a:sym typeface="Calibri"/>
              </a:rPr>
              <a:t>5%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5" name="Google Shape;1665;p55"/>
          <p:cNvSpPr/>
          <p:nvPr/>
        </p:nvSpPr>
        <p:spPr>
          <a:xfrm>
            <a:off x="4754880" y="1234440"/>
            <a:ext cx="4069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8C6E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rgbClr val="7D8C6E"/>
                </a:solidFill>
                <a:latin typeface="Calibri"/>
                <a:ea typeface="Calibri"/>
                <a:cs typeface="Calibri"/>
                <a:sym typeface="Calibri"/>
              </a:rPr>
              <a:t>Q4: What is the career outlook for BA professionals?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6" name="Google Shape;1666;p55"/>
          <p:cNvSpPr/>
          <p:nvPr/>
        </p:nvSpPr>
        <p:spPr>
          <a:xfrm>
            <a:off x="4754880" y="1554480"/>
            <a:ext cx="406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652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7A6652"/>
                </a:solidFill>
                <a:latin typeface="Calibri"/>
                <a:ea typeface="Calibri"/>
                <a:cs typeface="Calibri"/>
                <a:sym typeface="Calibri"/>
              </a:rPr>
              <a:t>21,184 BA-related postings  (29.2% of all)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7" name="Google Shape;1667;p55"/>
          <p:cNvSpPr/>
          <p:nvPr/>
        </p:nvSpPr>
        <p:spPr>
          <a:xfrm>
            <a:off x="4754880" y="1874520"/>
            <a:ext cx="1920300" cy="1234500"/>
          </a:xfrm>
          <a:prstGeom prst="rect">
            <a:avLst/>
          </a:prstGeom>
          <a:solidFill>
            <a:srgbClr val="F5EFE0"/>
          </a:solidFill>
          <a:ln cap="flat" cmpd="sng" w="12700">
            <a:solidFill>
              <a:srgbClr val="D4C4A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8B5E3C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8" name="Google Shape;1668;p55"/>
          <p:cNvSpPr/>
          <p:nvPr/>
        </p:nvSpPr>
        <p:spPr>
          <a:xfrm>
            <a:off x="4754880" y="1874520"/>
            <a:ext cx="1920300" cy="54900"/>
          </a:xfrm>
          <a:prstGeom prst="rect">
            <a:avLst/>
          </a:prstGeom>
          <a:solidFill>
            <a:srgbClr val="7D8C6E"/>
          </a:solidFill>
          <a:ln cap="flat" cmpd="sng" w="12700">
            <a:solidFill>
              <a:srgbClr val="7D8C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9" name="Google Shape;1669;p55"/>
          <p:cNvSpPr/>
          <p:nvPr/>
        </p:nvSpPr>
        <p:spPr>
          <a:xfrm>
            <a:off x="4754880" y="1984248"/>
            <a:ext cx="1920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2600"/>
              <a:buFont typeface="Georgia"/>
              <a:buNone/>
            </a:pPr>
            <a:r>
              <a:rPr b="0" i="0" lang="en" sz="2600" u="none" cap="none" strike="noStrike">
                <a:solidFill>
                  <a:srgbClr val="3D2B1F"/>
                </a:solidFill>
                <a:latin typeface="Georgia"/>
                <a:ea typeface="Georgia"/>
                <a:cs typeface="Georgia"/>
                <a:sym typeface="Georgia"/>
              </a:rPr>
              <a:t>15,197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0" name="Google Shape;1670;p55"/>
          <p:cNvSpPr/>
          <p:nvPr/>
        </p:nvSpPr>
        <p:spPr>
          <a:xfrm>
            <a:off x="4754880" y="2679192"/>
            <a:ext cx="1920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6652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7A6652"/>
                </a:solidFill>
                <a:latin typeface="Calibri"/>
                <a:ea typeface="Calibri"/>
                <a:cs typeface="Calibri"/>
                <a:sym typeface="Calibri"/>
              </a:rPr>
              <a:t>Data Analytics roles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1" name="Google Shape;1671;p55"/>
          <p:cNvSpPr/>
          <p:nvPr/>
        </p:nvSpPr>
        <p:spPr>
          <a:xfrm>
            <a:off x="6784848" y="1874520"/>
            <a:ext cx="1920300" cy="1234500"/>
          </a:xfrm>
          <a:prstGeom prst="rect">
            <a:avLst/>
          </a:prstGeom>
          <a:solidFill>
            <a:srgbClr val="F5EFE0"/>
          </a:solidFill>
          <a:ln cap="flat" cmpd="sng" w="12700">
            <a:solidFill>
              <a:srgbClr val="D4C4A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8B5E3C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2" name="Google Shape;1672;p55"/>
          <p:cNvSpPr/>
          <p:nvPr/>
        </p:nvSpPr>
        <p:spPr>
          <a:xfrm>
            <a:off x="6784848" y="1874520"/>
            <a:ext cx="1920300" cy="54900"/>
          </a:xfrm>
          <a:prstGeom prst="rect">
            <a:avLst/>
          </a:prstGeom>
          <a:solidFill>
            <a:srgbClr val="7D8C6E"/>
          </a:solidFill>
          <a:ln cap="flat" cmpd="sng" w="12700">
            <a:solidFill>
              <a:srgbClr val="7D8C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3" name="Google Shape;1673;p55"/>
          <p:cNvSpPr/>
          <p:nvPr/>
        </p:nvSpPr>
        <p:spPr>
          <a:xfrm>
            <a:off x="6784848" y="1984248"/>
            <a:ext cx="1920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2600"/>
              <a:buFont typeface="Georgia"/>
              <a:buNone/>
            </a:pPr>
            <a:r>
              <a:rPr b="0" i="0" lang="en" sz="2600" u="none" cap="none" strike="noStrike">
                <a:solidFill>
                  <a:srgbClr val="3D2B1F"/>
                </a:solidFill>
                <a:latin typeface="Georgia"/>
                <a:ea typeface="Georgia"/>
                <a:cs typeface="Georgia"/>
                <a:sym typeface="Georgia"/>
              </a:rPr>
              <a:t>5,294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4" name="Google Shape;1674;p55"/>
          <p:cNvSpPr/>
          <p:nvPr/>
        </p:nvSpPr>
        <p:spPr>
          <a:xfrm>
            <a:off x="6784848" y="2679192"/>
            <a:ext cx="1920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6652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7A6652"/>
                </a:solidFill>
                <a:latin typeface="Calibri"/>
                <a:ea typeface="Calibri"/>
                <a:cs typeface="Calibri"/>
                <a:sym typeface="Calibri"/>
              </a:rPr>
              <a:t>Business Analytics / BI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5" name="Google Shape;1675;p55"/>
          <p:cNvSpPr/>
          <p:nvPr/>
        </p:nvSpPr>
        <p:spPr>
          <a:xfrm>
            <a:off x="4754880" y="3218688"/>
            <a:ext cx="1920300" cy="1234500"/>
          </a:xfrm>
          <a:prstGeom prst="rect">
            <a:avLst/>
          </a:prstGeom>
          <a:solidFill>
            <a:srgbClr val="F5EFE0"/>
          </a:solidFill>
          <a:ln cap="flat" cmpd="sng" w="12700">
            <a:solidFill>
              <a:srgbClr val="D4C4A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8B5E3C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6" name="Google Shape;1676;p55"/>
          <p:cNvSpPr/>
          <p:nvPr/>
        </p:nvSpPr>
        <p:spPr>
          <a:xfrm>
            <a:off x="4754880" y="3218688"/>
            <a:ext cx="1920300" cy="54900"/>
          </a:xfrm>
          <a:prstGeom prst="rect">
            <a:avLst/>
          </a:prstGeom>
          <a:solidFill>
            <a:srgbClr val="7D8C6E"/>
          </a:solidFill>
          <a:ln cap="flat" cmpd="sng" w="12700">
            <a:solidFill>
              <a:srgbClr val="7D8C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7" name="Google Shape;1677;p55"/>
          <p:cNvSpPr/>
          <p:nvPr/>
        </p:nvSpPr>
        <p:spPr>
          <a:xfrm>
            <a:off x="4754880" y="3328416"/>
            <a:ext cx="1920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2600"/>
              <a:buFont typeface="Georgia"/>
              <a:buNone/>
            </a:pPr>
            <a:r>
              <a:rPr b="0" i="0" lang="en" sz="2600" u="none" cap="none" strike="noStrike">
                <a:solidFill>
                  <a:srgbClr val="3D2B1F"/>
                </a:solidFill>
                <a:latin typeface="Georgia"/>
                <a:ea typeface="Georgia"/>
                <a:cs typeface="Georgia"/>
                <a:sym typeface="Georgia"/>
              </a:rPr>
              <a:t>42.5%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8" name="Google Shape;1678;p55"/>
          <p:cNvSpPr/>
          <p:nvPr/>
        </p:nvSpPr>
        <p:spPr>
          <a:xfrm>
            <a:off x="4754880" y="4023360"/>
            <a:ext cx="1920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6652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7A6652"/>
                </a:solidFill>
                <a:latin typeface="Calibri"/>
                <a:ea typeface="Calibri"/>
                <a:cs typeface="Calibri"/>
                <a:sym typeface="Calibri"/>
              </a:rPr>
              <a:t>Postings with salary data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9" name="Google Shape;1679;p55"/>
          <p:cNvSpPr/>
          <p:nvPr/>
        </p:nvSpPr>
        <p:spPr>
          <a:xfrm>
            <a:off x="6784848" y="3218688"/>
            <a:ext cx="1920300" cy="1234500"/>
          </a:xfrm>
          <a:prstGeom prst="rect">
            <a:avLst/>
          </a:prstGeom>
          <a:solidFill>
            <a:srgbClr val="F5EFE0"/>
          </a:solidFill>
          <a:ln cap="flat" cmpd="sng" w="12700">
            <a:solidFill>
              <a:srgbClr val="D4C4A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8B5E3C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0" name="Google Shape;1680;p55"/>
          <p:cNvSpPr/>
          <p:nvPr/>
        </p:nvSpPr>
        <p:spPr>
          <a:xfrm>
            <a:off x="6784848" y="3218688"/>
            <a:ext cx="1920300" cy="54900"/>
          </a:xfrm>
          <a:prstGeom prst="rect">
            <a:avLst/>
          </a:prstGeom>
          <a:solidFill>
            <a:srgbClr val="7D8C6E"/>
          </a:solidFill>
          <a:ln cap="flat" cmpd="sng" w="12700">
            <a:solidFill>
              <a:srgbClr val="7D8C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1" name="Google Shape;1681;p55"/>
          <p:cNvSpPr/>
          <p:nvPr/>
        </p:nvSpPr>
        <p:spPr>
          <a:xfrm>
            <a:off x="6784848" y="3328416"/>
            <a:ext cx="1920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2600"/>
              <a:buFont typeface="Georgia"/>
              <a:buNone/>
            </a:pPr>
            <a:r>
              <a:rPr b="0" i="0" lang="en" sz="2600" u="none" cap="none" strike="noStrike">
                <a:solidFill>
                  <a:srgbClr val="3D2B1F"/>
                </a:solidFill>
                <a:latin typeface="Georgia"/>
                <a:ea typeface="Georgia"/>
                <a:cs typeface="Georgia"/>
                <a:sym typeface="Georgia"/>
              </a:rPr>
              <a:t>Remote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2600"/>
              <a:buFont typeface="Georgia"/>
              <a:buNone/>
            </a:pPr>
            <a:r>
              <a:rPr b="0" i="0" lang="en" sz="2600" u="none" cap="none" strike="noStrike">
                <a:solidFill>
                  <a:srgbClr val="3D2B1F"/>
                </a:solidFill>
                <a:latin typeface="Georgia"/>
                <a:ea typeface="Georgia"/>
                <a:cs typeface="Georgia"/>
                <a:sym typeface="Georgia"/>
              </a:rPr>
              <a:t>22%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2" name="Google Shape;1682;p55"/>
          <p:cNvSpPr/>
          <p:nvPr/>
        </p:nvSpPr>
        <p:spPr>
          <a:xfrm>
            <a:off x="6784848" y="4023360"/>
            <a:ext cx="1920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6652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7A6652"/>
                </a:solidFill>
                <a:latin typeface="Calibri"/>
                <a:ea typeface="Calibri"/>
                <a:cs typeface="Calibri"/>
                <a:sym typeface="Calibri"/>
              </a:rPr>
              <a:t>Remote availability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3" name="Google Shape;1683;p55"/>
          <p:cNvSpPr/>
          <p:nvPr/>
        </p:nvSpPr>
        <p:spPr>
          <a:xfrm>
            <a:off x="411480" y="4572000"/>
            <a:ext cx="8503800" cy="411600"/>
          </a:xfrm>
          <a:prstGeom prst="rect">
            <a:avLst/>
          </a:prstGeom>
          <a:solidFill>
            <a:srgbClr val="3D2B1F"/>
          </a:solidFill>
          <a:ln cap="flat" cmpd="sng" w="12700">
            <a:solidFill>
              <a:srgbClr val="3D2B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4" name="Google Shape;1684;p55"/>
          <p:cNvSpPr/>
          <p:nvPr/>
        </p:nvSpPr>
        <p:spPr>
          <a:xfrm>
            <a:off x="502920" y="4608576"/>
            <a:ext cx="8321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DCC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E8DCC8"/>
                </a:solidFill>
                <a:latin typeface="Calibri"/>
                <a:ea typeface="Calibri"/>
                <a:cs typeface="Calibri"/>
                <a:sym typeface="Calibri"/>
              </a:rPr>
              <a:t>Key insight:  Professional services dominates DS hiring; BA demand is strong but shifting toward data analytics titles.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EF"/>
        </a:solidFill>
      </p:bgPr>
    </p:bg>
    <p:spTree>
      <p:nvGrpSpPr>
        <p:cNvPr id="1689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0" name="Google Shape;1690;p56"/>
          <p:cNvSpPr/>
          <p:nvPr/>
        </p:nvSpPr>
        <p:spPr>
          <a:xfrm>
            <a:off x="411480" y="228600"/>
            <a:ext cx="83211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rgbClr val="8B5E3C"/>
                </a:solidFill>
                <a:latin typeface="Calibri"/>
                <a:ea typeface="Calibri"/>
                <a:cs typeface="Calibri"/>
                <a:sym typeface="Calibri"/>
              </a:rPr>
              <a:t>REMOTE WORK ACROSS INDUSTRIES</a:t>
            </a:r>
            <a:endParaRPr b="1" sz="900">
              <a:solidFill>
                <a:srgbClr val="8B5E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E3C"/>
              </a:buClr>
              <a:buSzPts val="900"/>
              <a:buFont typeface="Calibri"/>
              <a:buNone/>
            </a:pPr>
            <a:r>
              <a:t/>
            </a:r>
            <a:endParaRPr b="1" sz="900">
              <a:solidFill>
                <a:srgbClr val="8B5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1" name="Google Shape;1691;p56"/>
          <p:cNvSpPr/>
          <p:nvPr/>
        </p:nvSpPr>
        <p:spPr>
          <a:xfrm>
            <a:off x="411480" y="731533"/>
            <a:ext cx="5486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D2B1F"/>
                </a:solidFill>
                <a:latin typeface="Georgia"/>
                <a:ea typeface="Georgia"/>
                <a:cs typeface="Georgia"/>
                <a:sym typeface="Georgia"/>
              </a:rPr>
              <a:t>Are Remote Jobs Increasing or Decreasing?</a:t>
            </a:r>
            <a:endParaRPr sz="2000">
              <a:solidFill>
                <a:srgbClr val="3D2B1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3600"/>
              <a:buFont typeface="Georgia"/>
              <a:buNone/>
            </a:pPr>
            <a:r>
              <a:t/>
            </a:r>
            <a:endParaRPr sz="3600">
              <a:solidFill>
                <a:srgbClr val="3D2B1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92" name="Google Shape;1692;p56"/>
          <p:cNvSpPr/>
          <p:nvPr/>
        </p:nvSpPr>
        <p:spPr>
          <a:xfrm>
            <a:off x="411480" y="1065345"/>
            <a:ext cx="777300" cy="45600"/>
          </a:xfrm>
          <a:prstGeom prst="rect">
            <a:avLst/>
          </a:prstGeom>
          <a:solidFill>
            <a:srgbClr val="8B5E3C"/>
          </a:solidFill>
          <a:ln cap="flat" cmpd="sng" w="12700">
            <a:solidFill>
              <a:srgbClr val="8B5E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3" name="Google Shape;1693;p56"/>
          <p:cNvSpPr/>
          <p:nvPr/>
        </p:nvSpPr>
        <p:spPr>
          <a:xfrm>
            <a:off x="374205" y="1259623"/>
            <a:ext cx="8321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616973"/>
                </a:solidFill>
                <a:latin typeface="Georgia"/>
                <a:ea typeface="Georgia"/>
                <a:cs typeface="Georgia"/>
                <a:sym typeface="Georgia"/>
              </a:rPr>
              <a:t>Lightcast postings · top 15 industries · May–September 2024</a:t>
            </a:r>
            <a:endParaRPr sz="1000">
              <a:solidFill>
                <a:srgbClr val="616973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652"/>
              </a:buClr>
              <a:buSzPts val="1000"/>
              <a:buFont typeface="Calibri"/>
              <a:buNone/>
            </a:pPr>
            <a:r>
              <a:t/>
            </a:r>
            <a:endParaRPr i="1" sz="1000">
              <a:solidFill>
                <a:srgbClr val="7A665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4" name="Google Shape;1694;p56"/>
          <p:cNvSpPr/>
          <p:nvPr/>
        </p:nvSpPr>
        <p:spPr>
          <a:xfrm>
            <a:off x="0" y="4337375"/>
            <a:ext cx="9144000" cy="640200"/>
          </a:xfrm>
          <a:prstGeom prst="rect">
            <a:avLst/>
          </a:prstGeom>
          <a:solidFill>
            <a:srgbClr val="3D2B1F"/>
          </a:solidFill>
          <a:ln cap="flat" cmpd="sng" w="12700">
            <a:solidFill>
              <a:srgbClr val="3D2B1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8B5E3C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5" name="Google Shape;1695;p56"/>
          <p:cNvSpPr/>
          <p:nvPr/>
        </p:nvSpPr>
        <p:spPr>
          <a:xfrm>
            <a:off x="374205" y="4608126"/>
            <a:ext cx="201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E8DCC8"/>
                </a:solidFill>
                <a:latin typeface="Georgia"/>
                <a:ea typeface="Georgia"/>
                <a:cs typeface="Georgia"/>
                <a:sym typeface="Georgia"/>
              </a:rPr>
              <a:t>Key insight:</a:t>
            </a:r>
            <a:endParaRPr sz="1600">
              <a:solidFill>
                <a:srgbClr val="E8DCC8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DCC8"/>
              </a:buClr>
              <a:buSzPts val="1600"/>
              <a:buFont typeface="Georgia"/>
              <a:buNone/>
            </a:pPr>
            <a:r>
              <a:t/>
            </a:r>
            <a:endParaRPr sz="1600">
              <a:solidFill>
                <a:srgbClr val="E8DCC8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96" name="Google Shape;1696;p56"/>
          <p:cNvSpPr/>
          <p:nvPr/>
        </p:nvSpPr>
        <p:spPr>
          <a:xfrm>
            <a:off x="2039200" y="4608125"/>
            <a:ext cx="651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E8DCC8"/>
                </a:solidFill>
                <a:latin typeface="Georgia"/>
                <a:ea typeface="Georgia"/>
                <a:cs typeface="Georgia"/>
                <a:sym typeface="Georgia"/>
              </a:rPr>
              <a:t>Remote work in 2024 is industry-specific — job seekers should evaluate flexibility by sector, not by the overall market average.</a:t>
            </a:r>
            <a:endParaRPr sz="900">
              <a:solidFill>
                <a:srgbClr val="E8DCC8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DCC8"/>
              </a:buClr>
              <a:buSzPts val="1600"/>
              <a:buFont typeface="Georgia"/>
              <a:buNone/>
            </a:pPr>
            <a:r>
              <a:t/>
            </a:r>
            <a:endParaRPr sz="1600">
              <a:solidFill>
                <a:srgbClr val="E8DCC8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697" name="Google Shape;1697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300" y="1512963"/>
            <a:ext cx="76200" cy="7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8" name="Google Shape;1698;p56"/>
          <p:cNvSpPr/>
          <p:nvPr/>
        </p:nvSpPr>
        <p:spPr>
          <a:xfrm>
            <a:off x="615110" y="1664209"/>
            <a:ext cx="2377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100"/>
              <a:buFont typeface="Calibri"/>
              <a:buNone/>
            </a:pPr>
            <a:r>
              <a:rPr b="1" lang="en" sz="1600">
                <a:solidFill>
                  <a:srgbClr val="8B5E3C"/>
                </a:solidFill>
                <a:latin typeface="Calibri"/>
                <a:ea typeface="Calibri"/>
                <a:cs typeface="Calibri"/>
                <a:sym typeface="Calibri"/>
              </a:rPr>
              <a:t>72,498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9" name="Google Shape;1699;p56"/>
          <p:cNvSpPr txBox="1"/>
          <p:nvPr/>
        </p:nvSpPr>
        <p:spPr>
          <a:xfrm>
            <a:off x="-137900" y="1865500"/>
            <a:ext cx="2177100" cy="5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rgbClr val="616973"/>
                </a:solidFill>
              </a:rPr>
              <a:t>Job postings</a:t>
            </a:r>
            <a:endParaRPr b="1" sz="900">
              <a:solidFill>
                <a:srgbClr val="61697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 </a:t>
            </a:r>
            <a:endParaRPr/>
          </a:p>
        </p:txBody>
      </p:sp>
      <p:pic>
        <p:nvPicPr>
          <p:cNvPr id="1700" name="Google Shape;1700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300" y="2491425"/>
            <a:ext cx="76200" cy="7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1" name="Google Shape;1701;p56"/>
          <p:cNvSpPr/>
          <p:nvPr/>
        </p:nvSpPr>
        <p:spPr>
          <a:xfrm>
            <a:off x="593810" y="2740610"/>
            <a:ext cx="2377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8B5E3C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1" sz="1600">
              <a:solidFill>
                <a:srgbClr val="8B5E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652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rgbClr val="7A665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2" name="Google Shape;1702;p56"/>
          <p:cNvSpPr txBox="1"/>
          <p:nvPr/>
        </p:nvSpPr>
        <p:spPr>
          <a:xfrm>
            <a:off x="514500" y="2890788"/>
            <a:ext cx="21771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rgbClr val="616973"/>
                </a:solidFill>
              </a:rPr>
              <a:t>Largest industries</a:t>
            </a:r>
            <a:endParaRPr b="1" sz="900">
              <a:solidFill>
                <a:srgbClr val="616973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1697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 </a:t>
            </a:r>
            <a:endParaRPr/>
          </a:p>
        </p:txBody>
      </p:sp>
      <p:pic>
        <p:nvPicPr>
          <p:cNvPr id="1703" name="Google Shape;1703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300" y="3565213"/>
            <a:ext cx="76200" cy="7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4" name="Google Shape;1704;p56"/>
          <p:cNvSpPr/>
          <p:nvPr/>
        </p:nvSpPr>
        <p:spPr>
          <a:xfrm>
            <a:off x="593810" y="3732846"/>
            <a:ext cx="2377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8B5E3C"/>
                </a:solidFill>
                <a:latin typeface="Calibri"/>
                <a:ea typeface="Calibri"/>
                <a:cs typeface="Calibri"/>
                <a:sym typeface="Calibri"/>
              </a:rPr>
              <a:t>May → Sep</a:t>
            </a:r>
            <a:endParaRPr b="1" sz="1600">
              <a:solidFill>
                <a:srgbClr val="8B5E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100"/>
              <a:buFont typeface="Calibri"/>
              <a:buNone/>
            </a:pPr>
            <a:r>
              <a:rPr lang="en" sz="1100">
                <a:solidFill>
                  <a:schemeClr val="dk1"/>
                </a:solidFill>
              </a:rPr>
              <a:t>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5" name="Google Shape;1705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20300" y="1389434"/>
            <a:ext cx="4690450" cy="290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6" name="Google Shape;1706;p56"/>
          <p:cNvSpPr/>
          <p:nvPr/>
        </p:nvSpPr>
        <p:spPr>
          <a:xfrm>
            <a:off x="7075310" y="1515534"/>
            <a:ext cx="2377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50">
                <a:solidFill>
                  <a:srgbClr val="252A34"/>
                </a:solidFill>
              </a:rPr>
              <a:t>What changed?</a:t>
            </a:r>
            <a:endParaRPr b="1" sz="1250">
              <a:solidFill>
                <a:srgbClr val="252A34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100"/>
              <a:buFont typeface="Calibri"/>
              <a:buNone/>
            </a:pPr>
            <a:r>
              <a:rPr lang="en" sz="1100">
                <a:solidFill>
                  <a:schemeClr val="dk1"/>
                </a:solidFill>
              </a:rPr>
              <a:t>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7" name="Google Shape;1707;p56"/>
          <p:cNvSpPr/>
          <p:nvPr/>
        </p:nvSpPr>
        <p:spPr>
          <a:xfrm>
            <a:off x="6969700" y="1829850"/>
            <a:ext cx="105600" cy="104700"/>
          </a:xfrm>
          <a:prstGeom prst="ellipse">
            <a:avLst/>
          </a:prstGeom>
          <a:solidFill>
            <a:srgbClr val="3D2B1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8" name="Google Shape;1708;p56"/>
          <p:cNvSpPr/>
          <p:nvPr/>
        </p:nvSpPr>
        <p:spPr>
          <a:xfrm>
            <a:off x="7133860" y="1865509"/>
            <a:ext cx="2377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8B5E3C"/>
                </a:solidFill>
                <a:latin typeface="Calibri"/>
                <a:ea typeface="Calibri"/>
                <a:cs typeface="Calibri"/>
                <a:sym typeface="Calibri"/>
              </a:rPr>
              <a:t>No uniform trend</a:t>
            </a:r>
            <a:endParaRPr b="1" sz="1200">
              <a:solidFill>
                <a:srgbClr val="8B5E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100"/>
              <a:buFont typeface="Calibri"/>
              <a:buNone/>
            </a:pPr>
            <a:r>
              <a:rPr lang="en" sz="1100">
                <a:solidFill>
                  <a:schemeClr val="dk1"/>
                </a:solidFill>
              </a:rPr>
              <a:t>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9" name="Google Shape;1709;p56"/>
          <p:cNvSpPr txBox="1"/>
          <p:nvPr/>
        </p:nvSpPr>
        <p:spPr>
          <a:xfrm>
            <a:off x="7036125" y="1934550"/>
            <a:ext cx="2177100" cy="7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50">
                <a:solidFill>
                  <a:srgbClr val="616973"/>
                </a:solidFill>
              </a:rPr>
              <a:t>Remote share rose in some industries and declined in others.</a:t>
            </a:r>
            <a:endParaRPr sz="750">
              <a:solidFill>
                <a:srgbClr val="616973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1697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1710" name="Google Shape;1710;p56"/>
          <p:cNvSpPr/>
          <p:nvPr/>
        </p:nvSpPr>
        <p:spPr>
          <a:xfrm>
            <a:off x="6969700" y="2638500"/>
            <a:ext cx="105600" cy="104700"/>
          </a:xfrm>
          <a:prstGeom prst="ellipse">
            <a:avLst/>
          </a:prstGeom>
          <a:solidFill>
            <a:srgbClr val="3D2B1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1" name="Google Shape;1711;p56"/>
          <p:cNvSpPr/>
          <p:nvPr/>
        </p:nvSpPr>
        <p:spPr>
          <a:xfrm>
            <a:off x="6969700" y="3565225"/>
            <a:ext cx="105600" cy="104700"/>
          </a:xfrm>
          <a:prstGeom prst="ellipse">
            <a:avLst/>
          </a:prstGeom>
          <a:solidFill>
            <a:srgbClr val="3D2B1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2" name="Google Shape;1712;p56"/>
          <p:cNvSpPr/>
          <p:nvPr/>
        </p:nvSpPr>
        <p:spPr>
          <a:xfrm>
            <a:off x="7163810" y="2793859"/>
            <a:ext cx="2377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8B5E3C"/>
                </a:solidFill>
                <a:latin typeface="Calibri"/>
                <a:ea typeface="Calibri"/>
                <a:cs typeface="Calibri"/>
                <a:sym typeface="Calibri"/>
              </a:rPr>
              <a:t>Top increases</a:t>
            </a:r>
            <a:endParaRPr b="1" sz="1200">
              <a:solidFill>
                <a:srgbClr val="8B5E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rgbClr val="8B5E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100"/>
              <a:buFont typeface="Calibri"/>
              <a:buNone/>
            </a:pPr>
            <a:r>
              <a:rPr lang="en" sz="1100">
                <a:solidFill>
                  <a:schemeClr val="dk1"/>
                </a:solidFill>
              </a:rPr>
              <a:t>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3" name="Google Shape;1713;p56"/>
          <p:cNvSpPr txBox="1"/>
          <p:nvPr/>
        </p:nvSpPr>
        <p:spPr>
          <a:xfrm>
            <a:off x="7075300" y="2776388"/>
            <a:ext cx="2177100" cy="8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50">
                <a:solidFill>
                  <a:srgbClr val="616973"/>
                </a:solidFill>
              </a:rPr>
              <a:t>Hospitals +9.4 pp; professional/scientific services +6.7 pp.</a:t>
            </a:r>
            <a:endParaRPr sz="750">
              <a:solidFill>
                <a:srgbClr val="61697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616973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1697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1714" name="Google Shape;1714;p56"/>
          <p:cNvSpPr/>
          <p:nvPr/>
        </p:nvSpPr>
        <p:spPr>
          <a:xfrm>
            <a:off x="7163810" y="3700909"/>
            <a:ext cx="2377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8B5E3C"/>
                </a:solidFill>
                <a:latin typeface="Calibri"/>
                <a:ea typeface="Calibri"/>
                <a:cs typeface="Calibri"/>
                <a:sym typeface="Calibri"/>
              </a:rPr>
              <a:t>Top declines</a:t>
            </a:r>
            <a:endParaRPr b="1" sz="1200">
              <a:solidFill>
                <a:srgbClr val="8B5E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rgbClr val="8B5E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100"/>
              <a:buFont typeface="Calibri"/>
              <a:buNone/>
            </a:pPr>
            <a:r>
              <a:rPr lang="en" sz="1100">
                <a:solidFill>
                  <a:schemeClr val="dk1"/>
                </a:solidFill>
              </a:rPr>
              <a:t>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5" name="Google Shape;1715;p56"/>
          <p:cNvSpPr txBox="1"/>
          <p:nvPr/>
        </p:nvSpPr>
        <p:spPr>
          <a:xfrm>
            <a:off x="7075300" y="3700888"/>
            <a:ext cx="2177100" cy="10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616973"/>
                </a:solidFill>
              </a:rPr>
              <a:t>Custom programming −10.5 pp; computer systems design −8.4 pp.</a:t>
            </a:r>
            <a:endParaRPr sz="750">
              <a:solidFill>
                <a:srgbClr val="61697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61697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616973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1697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1716" name="Google Shape;1716;p56"/>
          <p:cNvSpPr txBox="1"/>
          <p:nvPr/>
        </p:nvSpPr>
        <p:spPr>
          <a:xfrm>
            <a:off x="514500" y="3902188"/>
            <a:ext cx="2177100" cy="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rgbClr val="616973"/>
                </a:solidFill>
              </a:rPr>
              <a:t>2024 window</a:t>
            </a:r>
            <a:endParaRPr b="1" sz="900">
              <a:solidFill>
                <a:srgbClr val="61697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50">
              <a:solidFill>
                <a:srgbClr val="616973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1697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EF"/>
        </a:solidFill>
      </p:bgPr>
    </p:bg>
    <p:spTree>
      <p:nvGrpSpPr>
        <p:cNvPr id="1721" name="Shape 1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2" name="Google Shape;1722;p57"/>
          <p:cNvSpPr/>
          <p:nvPr/>
        </p:nvSpPr>
        <p:spPr>
          <a:xfrm>
            <a:off x="457200" y="120390"/>
            <a:ext cx="4572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4200"/>
              <a:buFont typeface="Georgia"/>
              <a:buNone/>
            </a:pPr>
            <a:r>
              <a:rPr lang="en" sz="4200">
                <a:solidFill>
                  <a:srgbClr val="3D2B1F"/>
                </a:solidFill>
                <a:latin typeface="Georgia"/>
                <a:ea typeface="Georgia"/>
                <a:cs typeface="Georgia"/>
                <a:sym typeface="Georgia"/>
              </a:rPr>
              <a:t>Machine Learning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3" name="Google Shape;1723;p57"/>
          <p:cNvSpPr/>
          <p:nvPr/>
        </p:nvSpPr>
        <p:spPr>
          <a:xfrm>
            <a:off x="457200" y="1325880"/>
            <a:ext cx="822900" cy="45600"/>
          </a:xfrm>
          <a:prstGeom prst="rect">
            <a:avLst/>
          </a:prstGeom>
          <a:solidFill>
            <a:srgbClr val="8B5E3C"/>
          </a:solidFill>
          <a:ln cap="flat" cmpd="sng" w="12700">
            <a:solidFill>
              <a:srgbClr val="8B5E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4" name="Google Shape;1724;p57"/>
          <p:cNvSpPr/>
          <p:nvPr/>
        </p:nvSpPr>
        <p:spPr>
          <a:xfrm>
            <a:off x="457200" y="4754880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C4A8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D4C4A8"/>
                </a:solidFill>
                <a:latin typeface="Calibri"/>
                <a:ea typeface="Calibri"/>
                <a:cs typeface="Calibri"/>
                <a:sym typeface="Calibri"/>
              </a:rPr>
              <a:t>AD688 · Lightcast Job Postings · Group 1 · Spring 2025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5" name="Google Shape;1725;p57"/>
          <p:cNvSpPr/>
          <p:nvPr/>
        </p:nvSpPr>
        <p:spPr>
          <a:xfrm>
            <a:off x="457200" y="960883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E3C"/>
              </a:buClr>
              <a:buSzPts val="900"/>
              <a:buFont typeface="Calibri"/>
              <a:buNone/>
            </a:pPr>
            <a:r>
              <a:rPr b="1" lang="en" sz="2500">
                <a:solidFill>
                  <a:srgbClr val="8B5E3C"/>
                </a:solidFill>
                <a:latin typeface="Calibri"/>
                <a:ea typeface="Calibri"/>
                <a:cs typeface="Calibri"/>
                <a:sym typeface="Calibri"/>
              </a:rPr>
              <a:t>Predicting AI/ML Skill Requirements</a:t>
            </a:r>
            <a:endParaRPr b="1" sz="2500">
              <a:solidFill>
                <a:srgbClr val="8B5E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E3C"/>
              </a:buClr>
              <a:buSzPts val="900"/>
              <a:buFont typeface="Calibri"/>
              <a:buNone/>
            </a:pPr>
            <a:r>
              <a:t/>
            </a:r>
            <a:endParaRPr b="1" sz="900">
              <a:solidFill>
                <a:srgbClr val="8B5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6" name="Google Shape;1726;p57"/>
          <p:cNvSpPr/>
          <p:nvPr/>
        </p:nvSpPr>
        <p:spPr>
          <a:xfrm>
            <a:off x="196775" y="1599000"/>
            <a:ext cx="3460800" cy="3100200"/>
          </a:xfrm>
          <a:prstGeom prst="rect">
            <a:avLst/>
          </a:prstGeom>
          <a:solidFill>
            <a:srgbClr val="F5EFE0"/>
          </a:solidFill>
          <a:ln cap="flat" cmpd="sng" w="6175">
            <a:solidFill>
              <a:srgbClr val="D4C4A8"/>
            </a:solidFill>
            <a:prstDash val="solid"/>
            <a:round/>
            <a:headEnd len="sm" w="sm" type="none"/>
            <a:tailEnd len="sm" w="sm" type="none"/>
          </a:ln>
          <a:effectLst>
            <a:outerShdw blurRad="74168" rotWithShape="0" algn="bl" dir="8100000" dist="18542">
              <a:srgbClr val="8B5E3C">
                <a:alpha val="12160"/>
              </a:srgbClr>
            </a:outerShdw>
          </a:effectLst>
        </p:spPr>
        <p:txBody>
          <a:bodyPr anchorCtr="0" anchor="ctr" bIns="44500" lIns="44500" spcFirstLastPara="1" rIns="44500" wrap="square" tIns="44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7" name="Google Shape;1727;p57"/>
          <p:cNvSpPr/>
          <p:nvPr/>
        </p:nvSpPr>
        <p:spPr>
          <a:xfrm>
            <a:off x="457200" y="2498375"/>
            <a:ext cx="2795400" cy="16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2239"/>
              <a:buFont typeface="Georgia"/>
              <a:buNone/>
            </a:pPr>
            <a:r>
              <a:rPr b="1" lang="en" sz="1500">
                <a:solidFill>
                  <a:srgbClr val="3D2B1F"/>
                </a:solidFill>
                <a:latin typeface="Georgia"/>
                <a:ea typeface="Georgia"/>
                <a:cs typeface="Georgia"/>
                <a:sym typeface="Georgia"/>
              </a:rPr>
              <a:t>Logistic regression model</a:t>
            </a:r>
            <a:r>
              <a:rPr lang="en" sz="1500">
                <a:solidFill>
                  <a:srgbClr val="3D2B1F"/>
                </a:solidFill>
                <a:latin typeface="Georgia"/>
                <a:ea typeface="Georgia"/>
                <a:cs typeface="Georgia"/>
                <a:sym typeface="Georgia"/>
              </a:rPr>
              <a:t> (Accuracy: 0.91, AUC: 0.75)</a:t>
            </a:r>
            <a:endParaRPr sz="1500">
              <a:solidFill>
                <a:srgbClr val="3D2B1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2239"/>
              <a:buFont typeface="Georgia"/>
              <a:buNone/>
            </a:pPr>
            <a:r>
              <a:rPr b="1" lang="en" sz="1500">
                <a:solidFill>
                  <a:srgbClr val="3D2B1F"/>
                </a:solidFill>
                <a:latin typeface="Georgia"/>
                <a:ea typeface="Georgia"/>
                <a:cs typeface="Georgia"/>
                <a:sym typeface="Georgia"/>
              </a:rPr>
              <a:t>Python &amp; Statistics</a:t>
            </a:r>
            <a:r>
              <a:rPr lang="en" sz="1500">
                <a:solidFill>
                  <a:srgbClr val="3D2B1F"/>
                </a:solidFill>
                <a:latin typeface="Georgia"/>
                <a:ea typeface="Georgia"/>
                <a:cs typeface="Georgia"/>
                <a:sym typeface="Georgia"/>
              </a:rPr>
              <a:t> → strong signals of AI demand</a:t>
            </a:r>
            <a:endParaRPr sz="1500">
              <a:solidFill>
                <a:srgbClr val="3D2B1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2239"/>
              <a:buFont typeface="Georgia"/>
              <a:buNone/>
            </a:pPr>
            <a:r>
              <a:rPr b="1" lang="en" sz="1500">
                <a:solidFill>
                  <a:srgbClr val="3D2B1F"/>
                </a:solidFill>
                <a:latin typeface="Georgia"/>
                <a:ea typeface="Georgia"/>
                <a:cs typeface="Georgia"/>
                <a:sym typeface="Georgia"/>
              </a:rPr>
              <a:t>Excel / BI tools</a:t>
            </a:r>
            <a:r>
              <a:rPr lang="en" sz="1500">
                <a:solidFill>
                  <a:srgbClr val="3D2B1F"/>
                </a:solidFill>
                <a:latin typeface="Georgia"/>
                <a:ea typeface="Georgia"/>
                <a:cs typeface="Georgia"/>
                <a:sym typeface="Georgia"/>
              </a:rPr>
              <a:t> → less likely to require AI skills</a:t>
            </a:r>
            <a:endParaRPr sz="1500">
              <a:solidFill>
                <a:srgbClr val="3D2B1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2239"/>
              <a:buFont typeface="Georgia"/>
              <a:buNone/>
            </a:pPr>
            <a:r>
              <a:t/>
            </a:r>
            <a:endParaRPr sz="2239">
              <a:solidFill>
                <a:srgbClr val="3D2B1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728" name="Google Shape;1728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8025" y="1481550"/>
            <a:ext cx="4374101" cy="3217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EFE0"/>
        </a:solidFill>
      </p:bgPr>
    </p:bg>
    <p:spTree>
      <p:nvGrpSpPr>
        <p:cNvPr id="1733" name="Shape 1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4" name="Google Shape;1734;p58"/>
          <p:cNvSpPr/>
          <p:nvPr/>
        </p:nvSpPr>
        <p:spPr>
          <a:xfrm>
            <a:off x="411480" y="228600"/>
            <a:ext cx="83211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E3C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8B5E3C"/>
                </a:solidFill>
                <a:latin typeface="Calibri"/>
                <a:ea typeface="Calibri"/>
                <a:cs typeface="Calibri"/>
                <a:sym typeface="Calibri"/>
              </a:rPr>
              <a:t>JOB CLUSTER FINDER  ·  ML FEATURE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5" name="Google Shape;1735;p58"/>
          <p:cNvSpPr/>
          <p:nvPr/>
        </p:nvSpPr>
        <p:spPr>
          <a:xfrm>
            <a:off x="411480" y="502920"/>
            <a:ext cx="83211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3600"/>
              <a:buFont typeface="Georgia"/>
              <a:buNone/>
            </a:pPr>
            <a:r>
              <a:rPr b="0" i="0" lang="en" sz="3600" u="none" cap="none" strike="noStrike">
                <a:solidFill>
                  <a:srgbClr val="3D2B1F"/>
                </a:solidFill>
                <a:latin typeface="Georgia"/>
                <a:ea typeface="Georgia"/>
                <a:cs typeface="Georgia"/>
                <a:sym typeface="Georgia"/>
              </a:rPr>
              <a:t>Find Your Job Cluster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6" name="Google Shape;1736;p58"/>
          <p:cNvSpPr/>
          <p:nvPr/>
        </p:nvSpPr>
        <p:spPr>
          <a:xfrm>
            <a:off x="411480" y="1188720"/>
            <a:ext cx="8321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652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rgbClr val="7A6652"/>
                </a:solidFill>
                <a:latin typeface="Calibri"/>
                <a:ea typeface="Calibri"/>
                <a:cs typeface="Calibri"/>
                <a:sym typeface="Calibri"/>
              </a:rPr>
              <a:t>Discover which segment of the job market best matches your skills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7" name="Google Shape;1737;p58"/>
          <p:cNvSpPr/>
          <p:nvPr/>
        </p:nvSpPr>
        <p:spPr>
          <a:xfrm>
            <a:off x="411480" y="1572768"/>
            <a:ext cx="3931800" cy="2697600"/>
          </a:xfrm>
          <a:prstGeom prst="rect">
            <a:avLst/>
          </a:prstGeom>
          <a:solidFill>
            <a:srgbClr val="FBF7EF"/>
          </a:solidFill>
          <a:ln cap="flat" cmpd="sng" w="12700">
            <a:solidFill>
              <a:srgbClr val="D4C4A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8B5E3C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8" name="Google Shape;1738;p58"/>
          <p:cNvSpPr/>
          <p:nvPr/>
        </p:nvSpPr>
        <p:spPr>
          <a:xfrm>
            <a:off x="411480" y="1572768"/>
            <a:ext cx="63900" cy="2697600"/>
          </a:xfrm>
          <a:prstGeom prst="rect">
            <a:avLst/>
          </a:prstGeom>
          <a:solidFill>
            <a:srgbClr val="8B5E3C"/>
          </a:solidFill>
          <a:ln cap="flat" cmpd="sng" w="12700">
            <a:solidFill>
              <a:srgbClr val="8B5E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9" name="Google Shape;1739;p58"/>
          <p:cNvSpPr/>
          <p:nvPr/>
        </p:nvSpPr>
        <p:spPr>
          <a:xfrm>
            <a:off x="566928" y="1645920"/>
            <a:ext cx="3657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E3C"/>
              </a:buClr>
              <a:buSzPts val="1600"/>
              <a:buFont typeface="Georgia"/>
              <a:buNone/>
            </a:pPr>
            <a:r>
              <a:rPr b="0" i="0" lang="en" sz="1600" u="none" cap="none" strike="noStrike">
                <a:solidFill>
                  <a:srgbClr val="8B5E3C"/>
                </a:solidFill>
                <a:latin typeface="Georgia"/>
                <a:ea typeface="Georgia"/>
                <a:cs typeface="Georgia"/>
                <a:sym typeface="Georgia"/>
              </a:rPr>
              <a:t>How It Works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0" name="Google Shape;1740;p58"/>
          <p:cNvSpPr/>
          <p:nvPr/>
        </p:nvSpPr>
        <p:spPr>
          <a:xfrm>
            <a:off x="594360" y="2112264"/>
            <a:ext cx="237600" cy="237600"/>
          </a:xfrm>
          <a:prstGeom prst="ellipse">
            <a:avLst/>
          </a:prstGeom>
          <a:solidFill>
            <a:srgbClr val="8B5E3C"/>
          </a:solidFill>
          <a:ln cap="flat" cmpd="sng" w="12700">
            <a:solidFill>
              <a:srgbClr val="8B5E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1" name="Google Shape;1741;p58"/>
          <p:cNvSpPr/>
          <p:nvPr/>
        </p:nvSpPr>
        <p:spPr>
          <a:xfrm>
            <a:off x="594360" y="2112264"/>
            <a:ext cx="237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F7E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FBF7E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2" name="Google Shape;1742;p58"/>
          <p:cNvSpPr/>
          <p:nvPr/>
        </p:nvSpPr>
        <p:spPr>
          <a:xfrm>
            <a:off x="914400" y="2084832"/>
            <a:ext cx="32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~50K postings encoded as 200-dim binary skill vectors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3" name="Google Shape;1743;p58"/>
          <p:cNvSpPr/>
          <p:nvPr/>
        </p:nvSpPr>
        <p:spPr>
          <a:xfrm>
            <a:off x="594360" y="2523744"/>
            <a:ext cx="237600" cy="237600"/>
          </a:xfrm>
          <a:prstGeom prst="ellipse">
            <a:avLst/>
          </a:prstGeom>
          <a:solidFill>
            <a:srgbClr val="8B5E3C"/>
          </a:solidFill>
          <a:ln cap="flat" cmpd="sng" w="12700">
            <a:solidFill>
              <a:srgbClr val="8B5E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4" name="Google Shape;1744;p58"/>
          <p:cNvSpPr/>
          <p:nvPr/>
        </p:nvSpPr>
        <p:spPr>
          <a:xfrm>
            <a:off x="594360" y="2523744"/>
            <a:ext cx="237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F7E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FBF7E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5" name="Google Shape;1745;p58"/>
          <p:cNvSpPr/>
          <p:nvPr/>
        </p:nvSpPr>
        <p:spPr>
          <a:xfrm>
            <a:off x="914400" y="2496312"/>
            <a:ext cx="32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TF-IDF reweighting to boost distinctive skills (PyTorch &gt; Communication)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6" name="Google Shape;1746;p58"/>
          <p:cNvSpPr/>
          <p:nvPr/>
        </p:nvSpPr>
        <p:spPr>
          <a:xfrm>
            <a:off x="594360" y="2935224"/>
            <a:ext cx="237600" cy="237600"/>
          </a:xfrm>
          <a:prstGeom prst="ellipse">
            <a:avLst/>
          </a:prstGeom>
          <a:solidFill>
            <a:srgbClr val="8B5E3C"/>
          </a:solidFill>
          <a:ln cap="flat" cmpd="sng" w="12700">
            <a:solidFill>
              <a:srgbClr val="8B5E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7" name="Google Shape;1747;p58"/>
          <p:cNvSpPr/>
          <p:nvPr/>
        </p:nvSpPr>
        <p:spPr>
          <a:xfrm>
            <a:off x="594360" y="2935224"/>
            <a:ext cx="237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F7E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FBF7E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8" name="Google Shape;1748;p58"/>
          <p:cNvSpPr/>
          <p:nvPr/>
        </p:nvSpPr>
        <p:spPr>
          <a:xfrm>
            <a:off x="914400" y="2907792"/>
            <a:ext cx="32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L2 normalization + K-Means clustering into k = 10 role families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9" name="Google Shape;1749;p58"/>
          <p:cNvSpPr/>
          <p:nvPr/>
        </p:nvSpPr>
        <p:spPr>
          <a:xfrm>
            <a:off x="594360" y="3346704"/>
            <a:ext cx="237600" cy="237600"/>
          </a:xfrm>
          <a:prstGeom prst="ellipse">
            <a:avLst/>
          </a:prstGeom>
          <a:solidFill>
            <a:srgbClr val="8B5E3C"/>
          </a:solidFill>
          <a:ln cap="flat" cmpd="sng" w="12700">
            <a:solidFill>
              <a:srgbClr val="8B5E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0" name="Google Shape;1750;p58"/>
          <p:cNvSpPr/>
          <p:nvPr/>
        </p:nvSpPr>
        <p:spPr>
          <a:xfrm>
            <a:off x="594360" y="3346704"/>
            <a:ext cx="237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F7E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FBF7E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1" name="Google Shape;1751;p58"/>
          <p:cNvSpPr/>
          <p:nvPr/>
        </p:nvSpPr>
        <p:spPr>
          <a:xfrm>
            <a:off x="914400" y="3319272"/>
            <a:ext cx="32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User picks their skills → cosine similarity match to nearest centroid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2" name="Google Shape;1752;p58"/>
          <p:cNvSpPr/>
          <p:nvPr/>
        </p:nvSpPr>
        <p:spPr>
          <a:xfrm>
            <a:off x="594360" y="3758184"/>
            <a:ext cx="237600" cy="237600"/>
          </a:xfrm>
          <a:prstGeom prst="ellipse">
            <a:avLst/>
          </a:prstGeom>
          <a:solidFill>
            <a:srgbClr val="8B5E3C"/>
          </a:solidFill>
          <a:ln cap="flat" cmpd="sng" w="12700">
            <a:solidFill>
              <a:srgbClr val="8B5E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3" name="Google Shape;1753;p58"/>
          <p:cNvSpPr/>
          <p:nvPr/>
        </p:nvSpPr>
        <p:spPr>
          <a:xfrm>
            <a:off x="594360" y="3758184"/>
            <a:ext cx="237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F7E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FBF7E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4" name="Google Shape;1754;p58"/>
          <p:cNvSpPr/>
          <p:nvPr/>
        </p:nvSpPr>
        <p:spPr>
          <a:xfrm>
            <a:off x="914400" y="3730752"/>
            <a:ext cx="32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Returns top cluster + 2 runner-ups with salary, titles &amp; industries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5" name="Google Shape;1755;p58"/>
          <p:cNvSpPr/>
          <p:nvPr/>
        </p:nvSpPr>
        <p:spPr>
          <a:xfrm>
            <a:off x="4572000" y="1572768"/>
            <a:ext cx="4251900" cy="2697600"/>
          </a:xfrm>
          <a:prstGeom prst="rect">
            <a:avLst/>
          </a:prstGeom>
          <a:solidFill>
            <a:srgbClr val="FBF7EF"/>
          </a:solidFill>
          <a:ln cap="flat" cmpd="sng" w="12700">
            <a:solidFill>
              <a:srgbClr val="D4C4A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8B5E3C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6" name="Google Shape;1756;p58"/>
          <p:cNvSpPr/>
          <p:nvPr/>
        </p:nvSpPr>
        <p:spPr>
          <a:xfrm>
            <a:off x="4572000" y="1572768"/>
            <a:ext cx="63900" cy="2697600"/>
          </a:xfrm>
          <a:prstGeom prst="rect">
            <a:avLst/>
          </a:prstGeom>
          <a:solidFill>
            <a:srgbClr val="7D8C6E"/>
          </a:solidFill>
          <a:ln cap="flat" cmpd="sng" w="12700">
            <a:solidFill>
              <a:srgbClr val="7D8C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7" name="Google Shape;1757;p58"/>
          <p:cNvSpPr/>
          <p:nvPr/>
        </p:nvSpPr>
        <p:spPr>
          <a:xfrm>
            <a:off x="4727448" y="1645920"/>
            <a:ext cx="3931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8C6E"/>
              </a:buClr>
              <a:buSzPts val="1600"/>
              <a:buFont typeface="Georgia"/>
              <a:buNone/>
            </a:pPr>
            <a:r>
              <a:rPr b="0" i="0" lang="en" sz="1600" u="none" cap="none" strike="noStrike">
                <a:solidFill>
                  <a:srgbClr val="7D8C6E"/>
                </a:solidFill>
                <a:latin typeface="Georgia"/>
                <a:ea typeface="Georgia"/>
                <a:cs typeface="Georgia"/>
                <a:sym typeface="Georgia"/>
              </a:rPr>
              <a:t>10 Role Clusters Identified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8" name="Google Shape;1758;p58"/>
          <p:cNvSpPr/>
          <p:nvPr/>
        </p:nvSpPr>
        <p:spPr>
          <a:xfrm>
            <a:off x="4727448" y="2157984"/>
            <a:ext cx="128100" cy="128100"/>
          </a:xfrm>
          <a:prstGeom prst="rect">
            <a:avLst/>
          </a:prstGeom>
          <a:solidFill>
            <a:srgbClr val="8B5E3C"/>
          </a:solidFill>
          <a:ln cap="flat" cmpd="sng" w="12700">
            <a:solidFill>
              <a:srgbClr val="8B5E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9" name="Google Shape;1759;p58"/>
          <p:cNvSpPr/>
          <p:nvPr/>
        </p:nvSpPr>
        <p:spPr>
          <a:xfrm>
            <a:off x="4910328" y="2084832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Data Science &amp; ML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0" name="Google Shape;1760;p58"/>
          <p:cNvSpPr/>
          <p:nvPr/>
        </p:nvSpPr>
        <p:spPr>
          <a:xfrm>
            <a:off x="4727448" y="2569464"/>
            <a:ext cx="128100" cy="128100"/>
          </a:xfrm>
          <a:prstGeom prst="rect">
            <a:avLst/>
          </a:prstGeom>
          <a:solidFill>
            <a:srgbClr val="8B5E3C">
              <a:alpha val="94900"/>
            </a:srgbClr>
          </a:solidFill>
          <a:ln cap="flat" cmpd="sng" w="12700">
            <a:solidFill>
              <a:srgbClr val="8B5E3C">
                <a:alpha val="9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1" name="Google Shape;1761;p58"/>
          <p:cNvSpPr/>
          <p:nvPr/>
        </p:nvSpPr>
        <p:spPr>
          <a:xfrm>
            <a:off x="4910328" y="2496312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Business Intelligence &amp; Reporting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2" name="Google Shape;1762;p58"/>
          <p:cNvSpPr/>
          <p:nvPr/>
        </p:nvSpPr>
        <p:spPr>
          <a:xfrm>
            <a:off x="4727448" y="2980944"/>
            <a:ext cx="128100" cy="128100"/>
          </a:xfrm>
          <a:prstGeom prst="rect">
            <a:avLst/>
          </a:prstGeom>
          <a:solidFill>
            <a:srgbClr val="7D8C6E">
              <a:alpha val="90200"/>
            </a:srgbClr>
          </a:solidFill>
          <a:ln cap="flat" cmpd="sng" w="12700">
            <a:solidFill>
              <a:srgbClr val="7D8C6E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3" name="Google Shape;1763;p58"/>
          <p:cNvSpPr/>
          <p:nvPr/>
        </p:nvSpPr>
        <p:spPr>
          <a:xfrm>
            <a:off x="4910328" y="2907792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Software Engineering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4" name="Google Shape;1764;p58"/>
          <p:cNvSpPr/>
          <p:nvPr/>
        </p:nvSpPr>
        <p:spPr>
          <a:xfrm>
            <a:off x="4727448" y="3392424"/>
            <a:ext cx="128100" cy="128100"/>
          </a:xfrm>
          <a:prstGeom prst="rect">
            <a:avLst/>
          </a:prstGeom>
          <a:solidFill>
            <a:srgbClr val="7D8C6E">
              <a:alpha val="85100"/>
            </a:srgbClr>
          </a:solidFill>
          <a:ln cap="flat" cmpd="sng" w="12700">
            <a:solidFill>
              <a:srgbClr val="7D8C6E">
                <a:alpha val="8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5" name="Google Shape;1765;p58"/>
          <p:cNvSpPr/>
          <p:nvPr/>
        </p:nvSpPr>
        <p:spPr>
          <a:xfrm>
            <a:off x="4910328" y="3319272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Healthcare &amp; Clinical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6" name="Google Shape;1766;p58"/>
          <p:cNvSpPr/>
          <p:nvPr/>
        </p:nvSpPr>
        <p:spPr>
          <a:xfrm>
            <a:off x="4727448" y="3803904"/>
            <a:ext cx="128100" cy="128100"/>
          </a:xfrm>
          <a:prstGeom prst="rect">
            <a:avLst/>
          </a:prstGeom>
          <a:solidFill>
            <a:srgbClr val="7D8C6E">
              <a:alpha val="80000"/>
            </a:srgbClr>
          </a:solidFill>
          <a:ln cap="flat" cmpd="sng" w="12700">
            <a:solidFill>
              <a:srgbClr val="7D8C6E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7" name="Google Shape;1767;p58"/>
          <p:cNvSpPr/>
          <p:nvPr/>
        </p:nvSpPr>
        <p:spPr>
          <a:xfrm>
            <a:off x="4910328" y="3730752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Finance &amp; Accounting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8" name="Google Shape;1768;p58"/>
          <p:cNvSpPr/>
          <p:nvPr/>
        </p:nvSpPr>
        <p:spPr>
          <a:xfrm>
            <a:off x="6830568" y="2157984"/>
            <a:ext cx="128100" cy="128100"/>
          </a:xfrm>
          <a:prstGeom prst="rect">
            <a:avLst/>
          </a:prstGeom>
          <a:solidFill>
            <a:srgbClr val="7D8C6E">
              <a:alpha val="74900"/>
            </a:srgbClr>
          </a:solidFill>
          <a:ln cap="flat" cmpd="sng" w="12700">
            <a:solidFill>
              <a:srgbClr val="7D8C6E">
                <a:alpha val="7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9" name="Google Shape;1769;p58"/>
          <p:cNvSpPr/>
          <p:nvPr/>
        </p:nvSpPr>
        <p:spPr>
          <a:xfrm>
            <a:off x="7013448" y="2084832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Operations &amp; Logistics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0" name="Google Shape;1770;p58"/>
          <p:cNvSpPr/>
          <p:nvPr/>
        </p:nvSpPr>
        <p:spPr>
          <a:xfrm>
            <a:off x="6830568" y="2569464"/>
            <a:ext cx="128100" cy="128100"/>
          </a:xfrm>
          <a:prstGeom prst="rect">
            <a:avLst/>
          </a:prstGeom>
          <a:solidFill>
            <a:srgbClr val="7D8C6E">
              <a:alpha val="70200"/>
            </a:srgbClr>
          </a:solidFill>
          <a:ln cap="flat" cmpd="sng" w="12700">
            <a:solidFill>
              <a:srgbClr val="7D8C6E">
                <a:alpha val="7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1" name="Google Shape;1771;p58"/>
          <p:cNvSpPr/>
          <p:nvPr/>
        </p:nvSpPr>
        <p:spPr>
          <a:xfrm>
            <a:off x="7013448" y="2496312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Cloud &amp; DevOps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2" name="Google Shape;1772;p58"/>
          <p:cNvSpPr/>
          <p:nvPr/>
        </p:nvSpPr>
        <p:spPr>
          <a:xfrm>
            <a:off x="6830568" y="2980944"/>
            <a:ext cx="128100" cy="128100"/>
          </a:xfrm>
          <a:prstGeom prst="rect">
            <a:avLst/>
          </a:prstGeom>
          <a:solidFill>
            <a:srgbClr val="7D8C6E">
              <a:alpha val="65100"/>
            </a:srgbClr>
          </a:solidFill>
          <a:ln cap="flat" cmpd="sng" w="12700">
            <a:solidFill>
              <a:srgbClr val="7D8C6E">
                <a:alpha val="6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3" name="Google Shape;1773;p58"/>
          <p:cNvSpPr/>
          <p:nvPr/>
        </p:nvSpPr>
        <p:spPr>
          <a:xfrm>
            <a:off x="7013448" y="2907792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Marketing &amp; CRM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4" name="Google Shape;1774;p58"/>
          <p:cNvSpPr/>
          <p:nvPr/>
        </p:nvSpPr>
        <p:spPr>
          <a:xfrm>
            <a:off x="6830568" y="3392424"/>
            <a:ext cx="128100" cy="128100"/>
          </a:xfrm>
          <a:prstGeom prst="rect">
            <a:avLst/>
          </a:prstGeom>
          <a:solidFill>
            <a:srgbClr val="7D8C6E">
              <a:alpha val="60000"/>
            </a:srgbClr>
          </a:solidFill>
          <a:ln cap="flat" cmpd="sng" w="12700">
            <a:solidFill>
              <a:srgbClr val="7D8C6E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5" name="Google Shape;1775;p58"/>
          <p:cNvSpPr/>
          <p:nvPr/>
        </p:nvSpPr>
        <p:spPr>
          <a:xfrm>
            <a:off x="7013448" y="3319272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HR &amp; Talent Analytics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6" name="Google Shape;1776;p58"/>
          <p:cNvSpPr/>
          <p:nvPr/>
        </p:nvSpPr>
        <p:spPr>
          <a:xfrm>
            <a:off x="6830568" y="3803904"/>
            <a:ext cx="128100" cy="128100"/>
          </a:xfrm>
          <a:prstGeom prst="rect">
            <a:avLst/>
          </a:prstGeom>
          <a:solidFill>
            <a:srgbClr val="7D8C6E">
              <a:alpha val="54900"/>
            </a:srgbClr>
          </a:solidFill>
          <a:ln cap="flat" cmpd="sng" w="12700">
            <a:solidFill>
              <a:srgbClr val="7D8C6E">
                <a:alpha val="5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7" name="Google Shape;1777;p58"/>
          <p:cNvSpPr/>
          <p:nvPr/>
        </p:nvSpPr>
        <p:spPr>
          <a:xfrm>
            <a:off x="7013448" y="3730752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Government &amp; Public Sector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8" name="Google Shape;1778;p58"/>
          <p:cNvSpPr/>
          <p:nvPr/>
        </p:nvSpPr>
        <p:spPr>
          <a:xfrm>
            <a:off x="411480" y="4480560"/>
            <a:ext cx="8503800" cy="502800"/>
          </a:xfrm>
          <a:prstGeom prst="rect">
            <a:avLst/>
          </a:prstGeom>
          <a:solidFill>
            <a:srgbClr val="3D2B1F"/>
          </a:solidFill>
          <a:ln cap="flat" cmpd="sng" w="12700">
            <a:solidFill>
              <a:srgbClr val="3D2B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9" name="Google Shape;1779;p58"/>
          <p:cNvSpPr/>
          <p:nvPr/>
        </p:nvSpPr>
        <p:spPr>
          <a:xfrm>
            <a:off x="502920" y="4507992"/>
            <a:ext cx="7315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DCC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E8DCC8"/>
                </a:solidFill>
                <a:latin typeface="Calibri"/>
                <a:ea typeface="Calibri"/>
                <a:cs typeface="Calibri"/>
                <a:sym typeface="Calibri"/>
              </a:rPr>
              <a:t>Interactive tool:  Select your skills → instantly matched to a job cluster with salary, titles &amp; industries.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0" name="Google Shape;1780;p58"/>
          <p:cNvSpPr/>
          <p:nvPr/>
        </p:nvSpPr>
        <p:spPr>
          <a:xfrm>
            <a:off x="502920" y="4745736"/>
            <a:ext cx="8229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C4A8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D4C4A8"/>
                </a:solidFill>
                <a:latin typeface="Calibri"/>
                <a:ea typeface="Calibri"/>
                <a:cs typeface="Calibri"/>
                <a:sym typeface="Calibri"/>
              </a:rPr>
              <a:t>yingyig72.github.io/ad688-employability-sp25A1-group1/cluster_finder.html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EFE0"/>
        </a:solidFill>
      </p:bgPr>
    </p:bg>
    <p:spTree>
      <p:nvGrpSpPr>
        <p:cNvPr id="1784" name="Shape 1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5" name="Google Shape;1785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650" y="1285850"/>
            <a:ext cx="4018325" cy="3457624"/>
          </a:xfrm>
          <a:prstGeom prst="rect">
            <a:avLst/>
          </a:prstGeom>
          <a:noFill/>
          <a:ln>
            <a:noFill/>
          </a:ln>
        </p:spPr>
      </p:pic>
      <p:sp>
        <p:nvSpPr>
          <p:cNvPr id="1786" name="Google Shape;1786;p59"/>
          <p:cNvSpPr/>
          <p:nvPr/>
        </p:nvSpPr>
        <p:spPr>
          <a:xfrm>
            <a:off x="411478" y="502925"/>
            <a:ext cx="36474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3600"/>
              <a:buFont typeface="Georgia"/>
              <a:buNone/>
            </a:pPr>
            <a:r>
              <a:rPr lang="en" sz="3600">
                <a:solidFill>
                  <a:srgbClr val="3D2B1F"/>
                </a:solidFill>
                <a:latin typeface="Georgia"/>
                <a:ea typeface="Georgia"/>
                <a:cs typeface="Georgia"/>
                <a:sym typeface="Georgia"/>
              </a:rPr>
              <a:t>Salary Fairness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7" name="Google Shape;1787;p59"/>
          <p:cNvSpPr/>
          <p:nvPr/>
        </p:nvSpPr>
        <p:spPr>
          <a:xfrm>
            <a:off x="411480" y="228600"/>
            <a:ext cx="83211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E3C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8B5E3C"/>
                </a:solidFill>
                <a:latin typeface="Calibri"/>
                <a:ea typeface="Calibri"/>
                <a:cs typeface="Calibri"/>
                <a:sym typeface="Calibri"/>
              </a:rPr>
              <a:t>SALARY FAIRNESS </a:t>
            </a:r>
            <a:r>
              <a:rPr b="1" i="0" lang="en" sz="900" u="none" cap="none" strike="noStrike">
                <a:solidFill>
                  <a:srgbClr val="8B5E3C"/>
                </a:solidFill>
                <a:latin typeface="Calibri"/>
                <a:ea typeface="Calibri"/>
                <a:cs typeface="Calibri"/>
                <a:sym typeface="Calibri"/>
              </a:rPr>
              <a:t>·  ML FEATURE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8" name="Google Shape;1788;p59"/>
          <p:cNvSpPr/>
          <p:nvPr/>
        </p:nvSpPr>
        <p:spPr>
          <a:xfrm>
            <a:off x="4541253" y="659375"/>
            <a:ext cx="1249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652"/>
              </a:buClr>
              <a:buSzPts val="950"/>
              <a:buFont typeface="Calibri"/>
              <a:buNone/>
            </a:pPr>
            <a:r>
              <a:rPr b="1" lang="en" sz="1200">
                <a:solidFill>
                  <a:srgbClr val="7A6652"/>
                </a:solidFill>
                <a:latin typeface="Georgia"/>
                <a:ea typeface="Georgia"/>
                <a:cs typeface="Georgia"/>
                <a:sym typeface="Georgia"/>
              </a:rPr>
              <a:t>How it works</a:t>
            </a:r>
            <a:endParaRPr b="1" i="0" sz="12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89" name="Google Shape;1789;p59"/>
          <p:cNvSpPr/>
          <p:nvPr/>
        </p:nvSpPr>
        <p:spPr>
          <a:xfrm>
            <a:off x="4541250" y="967563"/>
            <a:ext cx="3318300" cy="1728300"/>
          </a:xfrm>
          <a:prstGeom prst="rect">
            <a:avLst/>
          </a:prstGeom>
          <a:solidFill>
            <a:srgbClr val="FBF7EF"/>
          </a:solidFill>
          <a:ln cap="flat" cmpd="sng" w="12700">
            <a:solidFill>
              <a:srgbClr val="D4C4A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8B5E3C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0" name="Google Shape;1790;p59"/>
          <p:cNvSpPr txBox="1"/>
          <p:nvPr/>
        </p:nvSpPr>
        <p:spPr>
          <a:xfrm>
            <a:off x="4541250" y="1091988"/>
            <a:ext cx="3000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3D2B1F"/>
                </a:solidFill>
                <a:latin typeface="Georgia"/>
                <a:ea typeface="Georgia"/>
                <a:cs typeface="Georgia"/>
                <a:sym typeface="Georgia"/>
              </a:rPr>
              <a:t>Paste a job description</a:t>
            </a:r>
            <a:endParaRPr sz="1200">
              <a:solidFill>
                <a:srgbClr val="3D2B1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3D2B1F"/>
                </a:solidFill>
                <a:latin typeface="Georgia"/>
                <a:ea typeface="Georgia"/>
                <a:cs typeface="Georgia"/>
                <a:sym typeface="Georgia"/>
              </a:rPr>
              <a:t>Tool auto-detects job features</a:t>
            </a:r>
            <a:endParaRPr sz="1200">
              <a:solidFill>
                <a:srgbClr val="3D2B1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3D2B1F"/>
                </a:solidFill>
                <a:latin typeface="Georgia"/>
                <a:ea typeface="Georgia"/>
                <a:cs typeface="Georgia"/>
                <a:sym typeface="Georgia"/>
              </a:rPr>
              <a:t>User enters city + salary</a:t>
            </a:r>
            <a:endParaRPr sz="1200">
              <a:solidFill>
                <a:srgbClr val="3D2B1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3D2B1F"/>
                </a:solidFill>
                <a:latin typeface="Georgia"/>
                <a:ea typeface="Georgia"/>
                <a:cs typeface="Georgia"/>
                <a:sym typeface="Georgia"/>
              </a:rPr>
              <a:t>Model predicts expected salary</a:t>
            </a:r>
            <a:endParaRPr sz="1200">
              <a:solidFill>
                <a:srgbClr val="3D2B1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3D2B1F"/>
                </a:solidFill>
                <a:latin typeface="Georgia"/>
                <a:ea typeface="Georgia"/>
                <a:cs typeface="Georgia"/>
                <a:sym typeface="Georgia"/>
              </a:rPr>
              <a:t>Output labels the posting as </a:t>
            </a:r>
            <a:r>
              <a:rPr b="1" lang="en" sz="1200">
                <a:solidFill>
                  <a:srgbClr val="3D2B1F"/>
                </a:solidFill>
                <a:latin typeface="Georgia"/>
                <a:ea typeface="Georgia"/>
                <a:cs typeface="Georgia"/>
                <a:sym typeface="Georgia"/>
              </a:rPr>
              <a:t>Premium</a:t>
            </a:r>
            <a:r>
              <a:rPr lang="en" sz="1200">
                <a:solidFill>
                  <a:srgbClr val="3D2B1F"/>
                </a:solidFill>
                <a:latin typeface="Georgia"/>
                <a:ea typeface="Georgia"/>
                <a:cs typeface="Georgia"/>
                <a:sym typeface="Georgia"/>
              </a:rPr>
              <a:t>, </a:t>
            </a:r>
            <a:r>
              <a:rPr b="1" lang="en" sz="1200">
                <a:solidFill>
                  <a:srgbClr val="3D2B1F"/>
                </a:solidFill>
                <a:latin typeface="Georgia"/>
                <a:ea typeface="Georgia"/>
                <a:cs typeface="Georgia"/>
                <a:sym typeface="Georgia"/>
              </a:rPr>
              <a:t>Fair</a:t>
            </a:r>
            <a:r>
              <a:rPr lang="en" sz="1200">
                <a:solidFill>
                  <a:srgbClr val="3D2B1F"/>
                </a:solidFill>
                <a:latin typeface="Georgia"/>
                <a:ea typeface="Georgia"/>
                <a:cs typeface="Georgia"/>
                <a:sym typeface="Georgia"/>
              </a:rPr>
              <a:t>, or </a:t>
            </a:r>
            <a:r>
              <a:rPr b="1" lang="en" sz="1200">
                <a:solidFill>
                  <a:srgbClr val="3D2B1F"/>
                </a:solidFill>
                <a:latin typeface="Georgia"/>
                <a:ea typeface="Georgia"/>
                <a:cs typeface="Georgia"/>
                <a:sym typeface="Georgia"/>
              </a:rPr>
              <a:t>Discount</a:t>
            </a:r>
            <a:endParaRPr b="1" sz="1200">
              <a:solidFill>
                <a:srgbClr val="3D2B1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91" name="Google Shape;1791;p59"/>
          <p:cNvSpPr/>
          <p:nvPr/>
        </p:nvSpPr>
        <p:spPr>
          <a:xfrm>
            <a:off x="4541248" y="2908488"/>
            <a:ext cx="2114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652"/>
              </a:buClr>
              <a:buSzPts val="950"/>
              <a:buFont typeface="Calibri"/>
              <a:buNone/>
            </a:pPr>
            <a:r>
              <a:rPr b="1" lang="en" sz="1200">
                <a:solidFill>
                  <a:srgbClr val="7A6652"/>
                </a:solidFill>
                <a:latin typeface="Georgia"/>
                <a:ea typeface="Georgia"/>
                <a:cs typeface="Georgia"/>
                <a:sym typeface="Georgia"/>
              </a:rPr>
              <a:t>Technical backend:</a:t>
            </a:r>
            <a:endParaRPr b="1" i="0" sz="12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92" name="Google Shape;1792;p59"/>
          <p:cNvSpPr/>
          <p:nvPr/>
        </p:nvSpPr>
        <p:spPr>
          <a:xfrm>
            <a:off x="4541250" y="3222763"/>
            <a:ext cx="4503300" cy="1520700"/>
          </a:xfrm>
          <a:prstGeom prst="rect">
            <a:avLst/>
          </a:prstGeom>
          <a:solidFill>
            <a:srgbClr val="FBF7EF"/>
          </a:solidFill>
          <a:ln cap="flat" cmpd="sng" w="12700">
            <a:solidFill>
              <a:srgbClr val="D4C4A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8B5E3C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3" name="Google Shape;1793;p59"/>
          <p:cNvSpPr txBox="1"/>
          <p:nvPr/>
        </p:nvSpPr>
        <p:spPr>
          <a:xfrm>
            <a:off x="4441800" y="3222763"/>
            <a:ext cx="47022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3D2B1F"/>
                </a:solidFill>
                <a:latin typeface="Georgia"/>
                <a:ea typeface="Georgia"/>
                <a:cs typeface="Georgia"/>
                <a:sym typeface="Georgia"/>
              </a:rPr>
              <a:t>Trained model on Lightcast job postings</a:t>
            </a:r>
            <a:endParaRPr sz="1200">
              <a:solidFill>
                <a:srgbClr val="3D2B1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3D2B1F"/>
                </a:solidFill>
                <a:latin typeface="Georgia"/>
                <a:ea typeface="Georgia"/>
                <a:cs typeface="Georgia"/>
                <a:sym typeface="Georgia"/>
              </a:rPr>
              <a:t>Used job features, not geography, to predict salary</a:t>
            </a:r>
            <a:endParaRPr sz="1200">
              <a:solidFill>
                <a:srgbClr val="3D2B1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3D2B1F"/>
                </a:solidFill>
                <a:latin typeface="Georgia"/>
                <a:ea typeface="Georgia"/>
                <a:cs typeface="Georgia"/>
                <a:sym typeface="Georgia"/>
              </a:rPr>
              <a:t>Residual = actual salary − predicted salary</a:t>
            </a:r>
            <a:endParaRPr sz="1200">
              <a:solidFill>
                <a:srgbClr val="3D2B1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3D2B1F"/>
                </a:solidFill>
                <a:latin typeface="Georgia"/>
                <a:ea typeface="Georgia"/>
                <a:cs typeface="Georgia"/>
                <a:sym typeface="Georgia"/>
              </a:rPr>
              <a:t>City residuals show whether a location typically pays above or below expectation</a:t>
            </a:r>
            <a:endParaRPr sz="1200">
              <a:solidFill>
                <a:srgbClr val="3D2B1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3D2B1F"/>
                </a:solidFill>
                <a:latin typeface="Georgia"/>
                <a:ea typeface="Georgia"/>
                <a:cs typeface="Georgia"/>
                <a:sym typeface="Georgia"/>
              </a:rPr>
              <a:t>Ridge model exported to JSON so the predictor runs in the browser</a:t>
            </a:r>
            <a:endParaRPr sz="1200">
              <a:solidFill>
                <a:srgbClr val="3D2B1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EFE0"/>
        </a:solidFill>
      </p:bgPr>
    </p:bg>
    <p:spTree>
      <p:nvGrpSpPr>
        <p:cNvPr id="1797" name="Shape 1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8" name="Google Shape;1798;p60"/>
          <p:cNvSpPr/>
          <p:nvPr/>
        </p:nvSpPr>
        <p:spPr>
          <a:xfrm>
            <a:off x="277302" y="1408625"/>
            <a:ext cx="53469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3600"/>
              <a:buFont typeface="Georgia"/>
              <a:buNone/>
            </a:pPr>
            <a:r>
              <a:rPr lang="en" sz="7500">
                <a:solidFill>
                  <a:srgbClr val="3D2B1F"/>
                </a:solidFill>
                <a:latin typeface="Georgia"/>
                <a:ea typeface="Georgia"/>
                <a:cs typeface="Georgia"/>
                <a:sym typeface="Georgia"/>
              </a:rPr>
              <a:t>Thank you!</a:t>
            </a:r>
            <a:endParaRPr i="0" sz="75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2" name="Shape 1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p61"/>
          <p:cNvSpPr txBox="1"/>
          <p:nvPr>
            <p:ph type="ctrTitle"/>
          </p:nvPr>
        </p:nvSpPr>
        <p:spPr>
          <a:xfrm>
            <a:off x="720000" y="3005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Conclusion &amp; Career Implications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4" name="Google Shape;1804;p61"/>
          <p:cNvSpPr txBox="1"/>
          <p:nvPr/>
        </p:nvSpPr>
        <p:spPr>
          <a:xfrm>
            <a:off x="799475" y="1126950"/>
            <a:ext cx="520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job market is increasingly skill-driven, not title-driven</a:t>
            </a:r>
            <a:endParaRPr/>
          </a:p>
        </p:txBody>
      </p:sp>
      <p:sp>
        <p:nvSpPr>
          <p:cNvPr id="1805" name="Google Shape;1805;p61"/>
          <p:cNvSpPr txBox="1"/>
          <p:nvPr/>
        </p:nvSpPr>
        <p:spPr>
          <a:xfrm>
            <a:off x="790950" y="1627800"/>
            <a:ext cx="7562100" cy="27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/>
              <a:t>Key Insights</a:t>
            </a:r>
            <a:endParaRPr b="1" sz="17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AI jobs are growing but concentrated in major urban hubs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Non-AI job growth is broader across regions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Skills (e.g., Python, SQL, communication) matter more than job titles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/>
              <a:t>Implications</a:t>
            </a:r>
            <a:endParaRPr b="1" sz="17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Focus on building transferable skills (SQL, Python, analytics)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Be strategic about location and industry choice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Combine technical + business skills for better opportunities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